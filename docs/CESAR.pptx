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3193" r:id="rId2"/>
    <p:sldId id="3196" r:id="rId3"/>
    <p:sldId id="3197" r:id="rId4"/>
    <p:sldId id="3198" r:id="rId5"/>
    <p:sldId id="3194" r:id="rId6"/>
    <p:sldId id="3085" r:id="rId7"/>
    <p:sldId id="3195"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391" autoAdjust="0"/>
    <p:restoredTop sz="90602" autoAdjust="0"/>
  </p:normalViewPr>
  <p:slideViewPr>
    <p:cSldViewPr snapToGrid="0" snapToObjects="1">
      <p:cViewPr varScale="1">
        <p:scale>
          <a:sx n="72" d="100"/>
          <a:sy n="72" d="100"/>
        </p:scale>
        <p:origin x="522"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BA0E413-697F-459E-AA38-0D866BDED83A}" type="datetimeFigureOut">
              <a:rPr lang="zh-CN" altLang="en-US" smtClean="0"/>
              <a:t>2019/7/22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636421A-32EC-4D0A-A6E5-841B2F83B07A}" type="slidenum">
              <a:rPr lang="zh-CN" altLang="en-US" smtClean="0"/>
              <a:t>‹#›</a:t>
            </a:fld>
            <a:endParaRPr lang="zh-CN" altLang="en-US"/>
          </a:p>
        </p:txBody>
      </p:sp>
    </p:spTree>
    <p:extLst>
      <p:ext uri="{BB962C8B-B14F-4D97-AF65-F5344CB8AC3E}">
        <p14:creationId xmlns:p14="http://schemas.microsoft.com/office/powerpoint/2010/main" val="2239309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7DBF073D-86DE-D24E-AFE7-71F58D923E0F}" type="slidenum">
              <a:rPr kumimoji="1" lang="zh-CN" altLang="en-US" smtClean="0"/>
              <a:t>1</a:t>
            </a:fld>
            <a:endParaRPr kumimoji="1" lang="zh-CN" altLang="en-US"/>
          </a:p>
        </p:txBody>
      </p:sp>
    </p:spTree>
    <p:extLst>
      <p:ext uri="{BB962C8B-B14F-4D97-AF65-F5344CB8AC3E}">
        <p14:creationId xmlns:p14="http://schemas.microsoft.com/office/powerpoint/2010/main" val="3759492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7DBF073D-86DE-D24E-AFE7-71F58D923E0F}" type="slidenum">
              <a:rPr kumimoji="1" lang="zh-CN" altLang="en-US" smtClean="0"/>
              <a:t>2</a:t>
            </a:fld>
            <a:endParaRPr kumimoji="1" lang="zh-CN" altLang="en-US"/>
          </a:p>
        </p:txBody>
      </p:sp>
    </p:spTree>
    <p:extLst>
      <p:ext uri="{BB962C8B-B14F-4D97-AF65-F5344CB8AC3E}">
        <p14:creationId xmlns:p14="http://schemas.microsoft.com/office/powerpoint/2010/main" val="2954536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7DBF073D-86DE-D24E-AFE7-71F58D923E0F}" type="slidenum">
              <a:rPr kumimoji="1" lang="zh-CN" altLang="en-US" smtClean="0"/>
              <a:t>3</a:t>
            </a:fld>
            <a:endParaRPr kumimoji="1" lang="zh-CN" altLang="en-US"/>
          </a:p>
        </p:txBody>
      </p:sp>
    </p:spTree>
    <p:extLst>
      <p:ext uri="{BB962C8B-B14F-4D97-AF65-F5344CB8AC3E}">
        <p14:creationId xmlns:p14="http://schemas.microsoft.com/office/powerpoint/2010/main" val="1607444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7DBF073D-86DE-D24E-AFE7-71F58D923E0F}" type="slidenum">
              <a:rPr kumimoji="1" lang="zh-CN" altLang="en-US" smtClean="0"/>
              <a:t>4</a:t>
            </a:fld>
            <a:endParaRPr kumimoji="1" lang="zh-CN" altLang="en-US"/>
          </a:p>
        </p:txBody>
      </p:sp>
    </p:spTree>
    <p:extLst>
      <p:ext uri="{BB962C8B-B14F-4D97-AF65-F5344CB8AC3E}">
        <p14:creationId xmlns:p14="http://schemas.microsoft.com/office/powerpoint/2010/main" val="412745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3B1995-AB9E-9D4F-A203-BCB43EF6F413}"/>
              </a:ext>
            </a:extLst>
          </p:cNvPr>
          <p:cNvSpPr>
            <a:spLocks noGrp="1"/>
          </p:cNvSpPr>
          <p:nvPr>
            <p:ph type="ctrTitle"/>
          </p:nvPr>
        </p:nvSpPr>
        <p:spPr>
          <a:xfrm>
            <a:off x="1524000" y="1122364"/>
            <a:ext cx="9144000" cy="2387600"/>
          </a:xfrm>
        </p:spPr>
        <p:txBody>
          <a:bodyPr anchor="b"/>
          <a:lstStyle>
            <a:lvl1pPr algn="ctr">
              <a:defRPr sz="5998"/>
            </a:lvl1pPr>
          </a:lstStyle>
          <a:p>
            <a:r>
              <a:rPr kumimoji="1" lang="zh-CN" altLang="en-US"/>
              <a:t>单击此处编辑母版标题样式</a:t>
            </a:r>
          </a:p>
        </p:txBody>
      </p:sp>
      <p:sp>
        <p:nvSpPr>
          <p:cNvPr id="3" name="副标题 2">
            <a:extLst>
              <a:ext uri="{FF2B5EF4-FFF2-40B4-BE49-F238E27FC236}">
                <a16:creationId xmlns:a16="http://schemas.microsoft.com/office/drawing/2014/main" id="{14B7FE4B-1A6B-6C4F-B766-D408E55F3D8C}"/>
              </a:ext>
            </a:extLst>
          </p:cNvPr>
          <p:cNvSpPr>
            <a:spLocks noGrp="1"/>
          </p:cNvSpPr>
          <p:nvPr>
            <p:ph type="subTitle" idx="1"/>
          </p:nvPr>
        </p:nvSpPr>
        <p:spPr>
          <a:xfrm>
            <a:off x="1524000" y="3602039"/>
            <a:ext cx="9144000" cy="1655762"/>
          </a:xfrm>
        </p:spPr>
        <p:txBody>
          <a:bodyPr/>
          <a:lstStyle>
            <a:lvl1pPr marL="0" indent="0" algn="ctr">
              <a:buNone/>
              <a:defRPr sz="2399"/>
            </a:lvl1pPr>
            <a:lvl2pPr marL="457051" indent="0" algn="ctr">
              <a:buNone/>
              <a:defRPr sz="1999"/>
            </a:lvl2pPr>
            <a:lvl3pPr marL="914103" indent="0" algn="ctr">
              <a:buNone/>
              <a:defRPr sz="1799"/>
            </a:lvl3pPr>
            <a:lvl4pPr marL="1371154" indent="0" algn="ctr">
              <a:buNone/>
              <a:defRPr sz="1599"/>
            </a:lvl4pPr>
            <a:lvl5pPr marL="1828206" indent="0" algn="ctr">
              <a:buNone/>
              <a:defRPr sz="1599"/>
            </a:lvl5pPr>
            <a:lvl6pPr marL="2285257" indent="0" algn="ctr">
              <a:buNone/>
              <a:defRPr sz="1599"/>
            </a:lvl6pPr>
            <a:lvl7pPr marL="2742308" indent="0" algn="ctr">
              <a:buNone/>
              <a:defRPr sz="1599"/>
            </a:lvl7pPr>
            <a:lvl8pPr marL="3199360" indent="0" algn="ctr">
              <a:buNone/>
              <a:defRPr sz="1599"/>
            </a:lvl8pPr>
            <a:lvl9pPr marL="3656411" indent="0" algn="ctr">
              <a:buNone/>
              <a:defRPr sz="1599"/>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B71F652A-71E8-8642-978E-E4A2EBC89307}"/>
              </a:ext>
            </a:extLst>
          </p:cNvPr>
          <p:cNvSpPr>
            <a:spLocks noGrp="1"/>
          </p:cNvSpPr>
          <p:nvPr>
            <p:ph type="dt" sz="half" idx="10"/>
          </p:nvPr>
        </p:nvSpPr>
        <p:spPr/>
        <p:txBody>
          <a:bodyPr/>
          <a:lstStyle/>
          <a:p>
            <a:fld id="{F9378248-A63A-4CC1-A050-FA7A832C65BD}" type="datetimeFigureOut">
              <a:rPr lang="zh-CN" altLang="en-US" smtClean="0"/>
              <a:t>2019/7/22</a:t>
            </a:fld>
            <a:endParaRPr lang="zh-CN" altLang="en-US"/>
          </a:p>
        </p:txBody>
      </p:sp>
      <p:sp>
        <p:nvSpPr>
          <p:cNvPr id="5" name="页脚占位符 4">
            <a:extLst>
              <a:ext uri="{FF2B5EF4-FFF2-40B4-BE49-F238E27FC236}">
                <a16:creationId xmlns:a16="http://schemas.microsoft.com/office/drawing/2014/main" id="{52039AB0-CDF3-CF4A-A9EA-033552AED844}"/>
              </a:ext>
            </a:extLst>
          </p:cNvPr>
          <p:cNvSpPr>
            <a:spLocks noGrp="1"/>
          </p:cNvSpPr>
          <p:nvPr>
            <p:ph type="ftr" sz="quarter" idx="11"/>
          </p:nvPr>
        </p:nvSpPr>
        <p:spPr/>
        <p:txBody>
          <a:bodyPr/>
          <a:lstStyle/>
          <a:p>
            <a:endParaRPr lang="zh-CN" altLang="en-US"/>
          </a:p>
        </p:txBody>
      </p:sp>
      <p:sp>
        <p:nvSpPr>
          <p:cNvPr id="6" name="幻灯片编号占位符 5">
            <a:extLst>
              <a:ext uri="{FF2B5EF4-FFF2-40B4-BE49-F238E27FC236}">
                <a16:creationId xmlns:a16="http://schemas.microsoft.com/office/drawing/2014/main" id="{927FEC09-F2F2-024E-8794-8CB822A6DF69}"/>
              </a:ext>
            </a:extLst>
          </p:cNvPr>
          <p:cNvSpPr>
            <a:spLocks noGrp="1"/>
          </p:cNvSpPr>
          <p:nvPr>
            <p:ph type="sldNum" sz="quarter" idx="12"/>
          </p:nvPr>
        </p:nvSpPr>
        <p:spPr/>
        <p:txBody>
          <a:bodyPr/>
          <a:lstStyle/>
          <a:p>
            <a:fld id="{50B4BFE3-3554-44DF-AACC-08A711377ADC}" type="slidenum">
              <a:rPr lang="zh-CN" altLang="en-US" smtClean="0"/>
              <a:t>‹#›</a:t>
            </a:fld>
            <a:endParaRPr lang="zh-CN" altLang="en-US"/>
          </a:p>
        </p:txBody>
      </p:sp>
    </p:spTree>
    <p:extLst>
      <p:ext uri="{BB962C8B-B14F-4D97-AF65-F5344CB8AC3E}">
        <p14:creationId xmlns:p14="http://schemas.microsoft.com/office/powerpoint/2010/main" val="2699383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8E07D2-CCE3-BD44-A6B1-F6CBFDAC568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8A1AF2C2-DB0A-7A42-B079-4352D1C90C85}"/>
              </a:ext>
            </a:extLst>
          </p:cNvPr>
          <p:cNvSpPr>
            <a:spLocks noGrp="1"/>
          </p:cNvSpPr>
          <p:nvPr>
            <p:ph idx="1"/>
          </p:nvPr>
        </p:nvSpPr>
        <p:spPr/>
        <p:txBody>
          <a:bodyPr/>
          <a:lstStyle/>
          <a:p>
            <a:pPr lvl="0"/>
            <a:r>
              <a:rPr kumimoji="1" lang="zh-CN" altLang="en-US" dirty="0"/>
              <a:t>编辑母版文本样式</a:t>
            </a:r>
          </a:p>
          <a:p>
            <a:pPr lvl="1"/>
            <a:r>
              <a:rPr kumimoji="1" lang="zh-CN" altLang="en-US" dirty="0"/>
              <a:t>第二级</a:t>
            </a:r>
          </a:p>
          <a:p>
            <a:pPr lvl="2"/>
            <a:r>
              <a:rPr kumimoji="1" lang="zh-CN" altLang="en-US" dirty="0"/>
              <a:t>第三级</a:t>
            </a:r>
          </a:p>
          <a:p>
            <a:pPr lvl="3"/>
            <a:r>
              <a:rPr kumimoji="1" lang="zh-CN" altLang="en-US" dirty="0"/>
              <a:t>第四级</a:t>
            </a:r>
          </a:p>
          <a:p>
            <a:pPr lvl="4"/>
            <a:r>
              <a:rPr kumimoji="1" lang="zh-CN" altLang="en-US" dirty="0"/>
              <a:t>第五级</a:t>
            </a:r>
          </a:p>
        </p:txBody>
      </p:sp>
      <p:sp>
        <p:nvSpPr>
          <p:cNvPr id="4" name="日期占位符 3">
            <a:extLst>
              <a:ext uri="{FF2B5EF4-FFF2-40B4-BE49-F238E27FC236}">
                <a16:creationId xmlns:a16="http://schemas.microsoft.com/office/drawing/2014/main" id="{C9429A3D-4C29-E647-958D-395F5CF63986}"/>
              </a:ext>
            </a:extLst>
          </p:cNvPr>
          <p:cNvSpPr>
            <a:spLocks noGrp="1"/>
          </p:cNvSpPr>
          <p:nvPr>
            <p:ph type="dt" sz="half" idx="10"/>
          </p:nvPr>
        </p:nvSpPr>
        <p:spPr/>
        <p:txBody>
          <a:bodyPr/>
          <a:lstStyle/>
          <a:p>
            <a:fld id="{F9378248-A63A-4CC1-A050-FA7A832C65BD}" type="datetimeFigureOut">
              <a:rPr lang="zh-CN" altLang="en-US" smtClean="0"/>
              <a:t>2019/7/22</a:t>
            </a:fld>
            <a:endParaRPr lang="zh-CN" altLang="en-US"/>
          </a:p>
        </p:txBody>
      </p:sp>
      <p:sp>
        <p:nvSpPr>
          <p:cNvPr id="5" name="页脚占位符 4">
            <a:extLst>
              <a:ext uri="{FF2B5EF4-FFF2-40B4-BE49-F238E27FC236}">
                <a16:creationId xmlns:a16="http://schemas.microsoft.com/office/drawing/2014/main" id="{AFEA257C-AC44-2E4A-8A86-A2FE066BF625}"/>
              </a:ext>
            </a:extLst>
          </p:cNvPr>
          <p:cNvSpPr>
            <a:spLocks noGrp="1"/>
          </p:cNvSpPr>
          <p:nvPr>
            <p:ph type="ftr" sz="quarter" idx="11"/>
          </p:nvPr>
        </p:nvSpPr>
        <p:spPr/>
        <p:txBody>
          <a:bodyPr/>
          <a:lstStyle/>
          <a:p>
            <a:endParaRPr lang="zh-CN" altLang="en-US"/>
          </a:p>
        </p:txBody>
      </p:sp>
      <p:sp>
        <p:nvSpPr>
          <p:cNvPr id="6" name="幻灯片编号占位符 5">
            <a:extLst>
              <a:ext uri="{FF2B5EF4-FFF2-40B4-BE49-F238E27FC236}">
                <a16:creationId xmlns:a16="http://schemas.microsoft.com/office/drawing/2014/main" id="{95417279-2788-0E41-B270-16382DF31B2C}"/>
              </a:ext>
            </a:extLst>
          </p:cNvPr>
          <p:cNvSpPr>
            <a:spLocks noGrp="1"/>
          </p:cNvSpPr>
          <p:nvPr>
            <p:ph type="sldNum" sz="quarter" idx="12"/>
          </p:nvPr>
        </p:nvSpPr>
        <p:spPr/>
        <p:txBody>
          <a:bodyPr/>
          <a:lstStyle/>
          <a:p>
            <a:fld id="{50B4BFE3-3554-44DF-AACC-08A711377ADC}" type="slidenum">
              <a:rPr lang="zh-CN" altLang="en-US" smtClean="0"/>
              <a:t>‹#›</a:t>
            </a:fld>
            <a:endParaRPr lang="zh-CN" altLang="en-US"/>
          </a:p>
        </p:txBody>
      </p:sp>
      <p:sp>
        <p:nvSpPr>
          <p:cNvPr id="8" name="矩形 7">
            <a:extLst>
              <a:ext uri="{FF2B5EF4-FFF2-40B4-BE49-F238E27FC236}">
                <a16:creationId xmlns:a16="http://schemas.microsoft.com/office/drawing/2014/main" id="{B1BDF282-839F-0C49-9334-C95173497657}"/>
              </a:ext>
            </a:extLst>
          </p:cNvPr>
          <p:cNvSpPr/>
          <p:nvPr userDrawn="1"/>
        </p:nvSpPr>
        <p:spPr>
          <a:xfrm>
            <a:off x="1" y="213635"/>
            <a:ext cx="623055" cy="4319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algn="ctr" defTabSz="914096"/>
            <a:endParaRPr lang="zh-CN" altLang="en-US" sz="1866" dirty="0">
              <a:solidFill>
                <a:srgbClr val="E7E6E6">
                  <a:lumMod val="50000"/>
                </a:srgbClr>
              </a:solidFill>
              <a:cs typeface="+mn-ea"/>
              <a:sym typeface="+mn-lt"/>
            </a:endParaRPr>
          </a:p>
        </p:txBody>
      </p:sp>
    </p:spTree>
    <p:extLst>
      <p:ext uri="{BB962C8B-B14F-4D97-AF65-F5344CB8AC3E}">
        <p14:creationId xmlns:p14="http://schemas.microsoft.com/office/powerpoint/2010/main" val="4214700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CAF722-1CBC-584E-9D3C-05EDE1FEC6D4}"/>
              </a:ext>
            </a:extLst>
          </p:cNvPr>
          <p:cNvSpPr>
            <a:spLocks noGrp="1"/>
          </p:cNvSpPr>
          <p:nvPr>
            <p:ph type="title"/>
          </p:nvPr>
        </p:nvSpPr>
        <p:spPr>
          <a:xfrm>
            <a:off x="831851" y="1709739"/>
            <a:ext cx="10515600" cy="2852737"/>
          </a:xfrm>
        </p:spPr>
        <p:txBody>
          <a:bodyPr anchor="b"/>
          <a:lstStyle>
            <a:lvl1pPr>
              <a:defRPr sz="5998"/>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0153E7AE-95FA-9149-90A7-2C0911C659D1}"/>
              </a:ext>
            </a:extLst>
          </p:cNvPr>
          <p:cNvSpPr>
            <a:spLocks noGrp="1"/>
          </p:cNvSpPr>
          <p:nvPr>
            <p:ph type="body" idx="1"/>
          </p:nvPr>
        </p:nvSpPr>
        <p:spPr>
          <a:xfrm>
            <a:off x="831851" y="4589463"/>
            <a:ext cx="10515600" cy="1500188"/>
          </a:xfrm>
        </p:spPr>
        <p:txBody>
          <a:bodyPr/>
          <a:lstStyle>
            <a:lvl1pPr marL="0" indent="0">
              <a:buNone/>
              <a:defRPr sz="2399">
                <a:solidFill>
                  <a:schemeClr val="tx1">
                    <a:tint val="75000"/>
                  </a:schemeClr>
                </a:solidFill>
              </a:defRPr>
            </a:lvl1pPr>
            <a:lvl2pPr marL="457051" indent="0">
              <a:buNone/>
              <a:defRPr sz="1999">
                <a:solidFill>
                  <a:schemeClr val="tx1">
                    <a:tint val="75000"/>
                  </a:schemeClr>
                </a:solidFill>
              </a:defRPr>
            </a:lvl2pPr>
            <a:lvl3pPr marL="914103" indent="0">
              <a:buNone/>
              <a:defRPr sz="1799">
                <a:solidFill>
                  <a:schemeClr val="tx1">
                    <a:tint val="75000"/>
                  </a:schemeClr>
                </a:solidFill>
              </a:defRPr>
            </a:lvl3pPr>
            <a:lvl4pPr marL="1371154" indent="0">
              <a:buNone/>
              <a:defRPr sz="1599">
                <a:solidFill>
                  <a:schemeClr val="tx1">
                    <a:tint val="75000"/>
                  </a:schemeClr>
                </a:solidFill>
              </a:defRPr>
            </a:lvl4pPr>
            <a:lvl5pPr marL="1828206" indent="0">
              <a:buNone/>
              <a:defRPr sz="1599">
                <a:solidFill>
                  <a:schemeClr val="tx1">
                    <a:tint val="75000"/>
                  </a:schemeClr>
                </a:solidFill>
              </a:defRPr>
            </a:lvl5pPr>
            <a:lvl6pPr marL="2285257" indent="0">
              <a:buNone/>
              <a:defRPr sz="1599">
                <a:solidFill>
                  <a:schemeClr val="tx1">
                    <a:tint val="75000"/>
                  </a:schemeClr>
                </a:solidFill>
              </a:defRPr>
            </a:lvl6pPr>
            <a:lvl7pPr marL="2742308" indent="0">
              <a:buNone/>
              <a:defRPr sz="1599">
                <a:solidFill>
                  <a:schemeClr val="tx1">
                    <a:tint val="75000"/>
                  </a:schemeClr>
                </a:solidFill>
              </a:defRPr>
            </a:lvl7pPr>
            <a:lvl8pPr marL="3199360" indent="0">
              <a:buNone/>
              <a:defRPr sz="1599">
                <a:solidFill>
                  <a:schemeClr val="tx1">
                    <a:tint val="75000"/>
                  </a:schemeClr>
                </a:solidFill>
              </a:defRPr>
            </a:lvl8pPr>
            <a:lvl9pPr marL="3656411" indent="0">
              <a:buNone/>
              <a:defRPr sz="1599">
                <a:solidFill>
                  <a:schemeClr val="tx1">
                    <a:tint val="75000"/>
                  </a:schemeClr>
                </a:solidFill>
              </a:defRPr>
            </a:lvl9pPr>
          </a:lstStyle>
          <a:p>
            <a:pPr lvl="0"/>
            <a:r>
              <a:rPr kumimoji="1" lang="zh-CN" altLang="en-US"/>
              <a:t>编辑母版文本样式</a:t>
            </a:r>
          </a:p>
        </p:txBody>
      </p:sp>
      <p:sp>
        <p:nvSpPr>
          <p:cNvPr id="4" name="日期占位符 3">
            <a:extLst>
              <a:ext uri="{FF2B5EF4-FFF2-40B4-BE49-F238E27FC236}">
                <a16:creationId xmlns:a16="http://schemas.microsoft.com/office/drawing/2014/main" id="{AE17B74E-F58E-1943-B8B1-C1B057CBDDA1}"/>
              </a:ext>
            </a:extLst>
          </p:cNvPr>
          <p:cNvSpPr>
            <a:spLocks noGrp="1"/>
          </p:cNvSpPr>
          <p:nvPr>
            <p:ph type="dt" sz="half" idx="10"/>
          </p:nvPr>
        </p:nvSpPr>
        <p:spPr/>
        <p:txBody>
          <a:bodyPr/>
          <a:lstStyle/>
          <a:p>
            <a:fld id="{F9378248-A63A-4CC1-A050-FA7A832C65BD}" type="datetimeFigureOut">
              <a:rPr lang="zh-CN" altLang="en-US" smtClean="0"/>
              <a:t>2019/7/22</a:t>
            </a:fld>
            <a:endParaRPr lang="zh-CN" altLang="en-US"/>
          </a:p>
        </p:txBody>
      </p:sp>
      <p:sp>
        <p:nvSpPr>
          <p:cNvPr id="5" name="页脚占位符 4">
            <a:extLst>
              <a:ext uri="{FF2B5EF4-FFF2-40B4-BE49-F238E27FC236}">
                <a16:creationId xmlns:a16="http://schemas.microsoft.com/office/drawing/2014/main" id="{D47C48FD-A848-F54F-8F06-8B9466F6D4E6}"/>
              </a:ext>
            </a:extLst>
          </p:cNvPr>
          <p:cNvSpPr>
            <a:spLocks noGrp="1"/>
          </p:cNvSpPr>
          <p:nvPr>
            <p:ph type="ftr" sz="quarter" idx="11"/>
          </p:nvPr>
        </p:nvSpPr>
        <p:spPr/>
        <p:txBody>
          <a:bodyPr/>
          <a:lstStyle/>
          <a:p>
            <a:endParaRPr lang="zh-CN" altLang="en-US"/>
          </a:p>
        </p:txBody>
      </p:sp>
      <p:sp>
        <p:nvSpPr>
          <p:cNvPr id="6" name="幻灯片编号占位符 5">
            <a:extLst>
              <a:ext uri="{FF2B5EF4-FFF2-40B4-BE49-F238E27FC236}">
                <a16:creationId xmlns:a16="http://schemas.microsoft.com/office/drawing/2014/main" id="{AAF8F55A-BEDA-1645-BF2A-694E5DF78F96}"/>
              </a:ext>
            </a:extLst>
          </p:cNvPr>
          <p:cNvSpPr>
            <a:spLocks noGrp="1"/>
          </p:cNvSpPr>
          <p:nvPr>
            <p:ph type="sldNum" sz="quarter" idx="12"/>
          </p:nvPr>
        </p:nvSpPr>
        <p:spPr/>
        <p:txBody>
          <a:bodyPr/>
          <a:lstStyle/>
          <a:p>
            <a:fld id="{50B4BFE3-3554-44DF-AACC-08A711377ADC}" type="slidenum">
              <a:rPr lang="zh-CN" altLang="en-US" smtClean="0"/>
              <a:t>‹#›</a:t>
            </a:fld>
            <a:endParaRPr lang="zh-CN" altLang="en-US"/>
          </a:p>
        </p:txBody>
      </p:sp>
    </p:spTree>
    <p:extLst>
      <p:ext uri="{BB962C8B-B14F-4D97-AF65-F5344CB8AC3E}">
        <p14:creationId xmlns:p14="http://schemas.microsoft.com/office/powerpoint/2010/main" val="988673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3B3880-15EB-D04D-B177-23D8BF0ED36A}"/>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311C9F80-7C0B-1640-A35C-07DDD2AC1E37}"/>
              </a:ext>
            </a:extLst>
          </p:cNvPr>
          <p:cNvSpPr>
            <a:spLocks noGrp="1"/>
          </p:cNvSpPr>
          <p:nvPr>
            <p:ph sz="half" idx="1"/>
          </p:nvPr>
        </p:nvSpPr>
        <p:spPr>
          <a:xfrm>
            <a:off x="838200" y="1825626"/>
            <a:ext cx="5181600" cy="4351338"/>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内容占位符 3">
            <a:extLst>
              <a:ext uri="{FF2B5EF4-FFF2-40B4-BE49-F238E27FC236}">
                <a16:creationId xmlns:a16="http://schemas.microsoft.com/office/drawing/2014/main" id="{89DDEC3B-11D7-A04B-8283-FD37CE81BC80}"/>
              </a:ext>
            </a:extLst>
          </p:cNvPr>
          <p:cNvSpPr>
            <a:spLocks noGrp="1"/>
          </p:cNvSpPr>
          <p:nvPr>
            <p:ph sz="half" idx="2"/>
          </p:nvPr>
        </p:nvSpPr>
        <p:spPr>
          <a:xfrm>
            <a:off x="6172200" y="1825626"/>
            <a:ext cx="5181600" cy="4351338"/>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5" name="日期占位符 4">
            <a:extLst>
              <a:ext uri="{FF2B5EF4-FFF2-40B4-BE49-F238E27FC236}">
                <a16:creationId xmlns:a16="http://schemas.microsoft.com/office/drawing/2014/main" id="{B767B13B-57D8-474C-8908-26FE06D7BC40}"/>
              </a:ext>
            </a:extLst>
          </p:cNvPr>
          <p:cNvSpPr>
            <a:spLocks noGrp="1"/>
          </p:cNvSpPr>
          <p:nvPr>
            <p:ph type="dt" sz="half" idx="10"/>
          </p:nvPr>
        </p:nvSpPr>
        <p:spPr/>
        <p:txBody>
          <a:bodyPr/>
          <a:lstStyle/>
          <a:p>
            <a:fld id="{F9378248-A63A-4CC1-A050-FA7A832C65BD}" type="datetimeFigureOut">
              <a:rPr lang="zh-CN" altLang="en-US" smtClean="0"/>
              <a:t>2019/7/22</a:t>
            </a:fld>
            <a:endParaRPr lang="zh-CN" altLang="en-US"/>
          </a:p>
        </p:txBody>
      </p:sp>
      <p:sp>
        <p:nvSpPr>
          <p:cNvPr id="6" name="页脚占位符 5">
            <a:extLst>
              <a:ext uri="{FF2B5EF4-FFF2-40B4-BE49-F238E27FC236}">
                <a16:creationId xmlns:a16="http://schemas.microsoft.com/office/drawing/2014/main" id="{B9BC400A-AA1D-5B43-963C-F886A13D7C5A}"/>
              </a:ext>
            </a:extLst>
          </p:cNvPr>
          <p:cNvSpPr>
            <a:spLocks noGrp="1"/>
          </p:cNvSpPr>
          <p:nvPr>
            <p:ph type="ftr" sz="quarter" idx="11"/>
          </p:nvPr>
        </p:nvSpPr>
        <p:spPr/>
        <p:txBody>
          <a:bodyPr/>
          <a:lstStyle/>
          <a:p>
            <a:endParaRPr lang="zh-CN" altLang="en-US"/>
          </a:p>
        </p:txBody>
      </p:sp>
      <p:sp>
        <p:nvSpPr>
          <p:cNvPr id="7" name="幻灯片编号占位符 6">
            <a:extLst>
              <a:ext uri="{FF2B5EF4-FFF2-40B4-BE49-F238E27FC236}">
                <a16:creationId xmlns:a16="http://schemas.microsoft.com/office/drawing/2014/main" id="{CE08B52F-8F77-1C4F-A62E-90C33DBD90D8}"/>
              </a:ext>
            </a:extLst>
          </p:cNvPr>
          <p:cNvSpPr>
            <a:spLocks noGrp="1"/>
          </p:cNvSpPr>
          <p:nvPr>
            <p:ph type="sldNum" sz="quarter" idx="12"/>
          </p:nvPr>
        </p:nvSpPr>
        <p:spPr/>
        <p:txBody>
          <a:bodyPr/>
          <a:lstStyle/>
          <a:p>
            <a:fld id="{50B4BFE3-3554-44DF-AACC-08A711377ADC}" type="slidenum">
              <a:rPr lang="zh-CN" altLang="en-US" smtClean="0"/>
              <a:t>‹#›</a:t>
            </a:fld>
            <a:endParaRPr lang="zh-CN" altLang="en-US"/>
          </a:p>
        </p:txBody>
      </p:sp>
      <p:sp>
        <p:nvSpPr>
          <p:cNvPr id="8" name="矩形 7">
            <a:extLst>
              <a:ext uri="{FF2B5EF4-FFF2-40B4-BE49-F238E27FC236}">
                <a16:creationId xmlns:a16="http://schemas.microsoft.com/office/drawing/2014/main" id="{04AD2664-25C7-154E-A84D-4372388B66A2}"/>
              </a:ext>
            </a:extLst>
          </p:cNvPr>
          <p:cNvSpPr/>
          <p:nvPr userDrawn="1"/>
        </p:nvSpPr>
        <p:spPr>
          <a:xfrm>
            <a:off x="1" y="213635"/>
            <a:ext cx="623055" cy="4319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algn="ctr" defTabSz="914096"/>
            <a:endParaRPr lang="zh-CN" altLang="en-US" sz="1866" dirty="0">
              <a:solidFill>
                <a:srgbClr val="E7E6E6">
                  <a:lumMod val="50000"/>
                </a:srgbClr>
              </a:solidFill>
              <a:cs typeface="+mn-ea"/>
              <a:sym typeface="+mn-lt"/>
            </a:endParaRPr>
          </a:p>
        </p:txBody>
      </p:sp>
    </p:spTree>
    <p:extLst>
      <p:ext uri="{BB962C8B-B14F-4D97-AF65-F5344CB8AC3E}">
        <p14:creationId xmlns:p14="http://schemas.microsoft.com/office/powerpoint/2010/main" val="2576820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FC4783-9756-C74A-B956-AFADE2CAC87A}"/>
              </a:ext>
            </a:extLst>
          </p:cNvPr>
          <p:cNvSpPr>
            <a:spLocks noGrp="1"/>
          </p:cNvSpPr>
          <p:nvPr>
            <p:ph type="title"/>
          </p:nvPr>
        </p:nvSpPr>
        <p:spPr>
          <a:xfrm>
            <a:off x="839788" y="365126"/>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4B3D7F1F-B2AB-CB40-927E-91E9715A78B4}"/>
              </a:ext>
            </a:extLst>
          </p:cNvPr>
          <p:cNvSpPr>
            <a:spLocks noGrp="1"/>
          </p:cNvSpPr>
          <p:nvPr>
            <p:ph type="body" idx="1"/>
          </p:nvPr>
        </p:nvSpPr>
        <p:spPr>
          <a:xfrm>
            <a:off x="839789" y="1681163"/>
            <a:ext cx="5157787" cy="823912"/>
          </a:xfrm>
        </p:spPr>
        <p:txBody>
          <a:bodyPr anchor="b"/>
          <a:lstStyle>
            <a:lvl1pPr marL="0" indent="0">
              <a:buNone/>
              <a:defRPr sz="2399" b="1"/>
            </a:lvl1pPr>
            <a:lvl2pPr marL="457051" indent="0">
              <a:buNone/>
              <a:defRPr sz="1999" b="1"/>
            </a:lvl2pPr>
            <a:lvl3pPr marL="914103" indent="0">
              <a:buNone/>
              <a:defRPr sz="1799" b="1"/>
            </a:lvl3pPr>
            <a:lvl4pPr marL="1371154" indent="0">
              <a:buNone/>
              <a:defRPr sz="1599" b="1"/>
            </a:lvl4pPr>
            <a:lvl5pPr marL="1828206" indent="0">
              <a:buNone/>
              <a:defRPr sz="1599" b="1"/>
            </a:lvl5pPr>
            <a:lvl6pPr marL="2285257" indent="0">
              <a:buNone/>
              <a:defRPr sz="1599" b="1"/>
            </a:lvl6pPr>
            <a:lvl7pPr marL="2742308" indent="0">
              <a:buNone/>
              <a:defRPr sz="1599" b="1"/>
            </a:lvl7pPr>
            <a:lvl8pPr marL="3199360" indent="0">
              <a:buNone/>
              <a:defRPr sz="1599" b="1"/>
            </a:lvl8pPr>
            <a:lvl9pPr marL="3656411" indent="0">
              <a:buNone/>
              <a:defRPr sz="1599" b="1"/>
            </a:lvl9pPr>
          </a:lstStyle>
          <a:p>
            <a:pPr lvl="0"/>
            <a:r>
              <a:rPr kumimoji="1" lang="zh-CN" altLang="en-US"/>
              <a:t>编辑母版文本样式</a:t>
            </a:r>
          </a:p>
        </p:txBody>
      </p:sp>
      <p:sp>
        <p:nvSpPr>
          <p:cNvPr id="4" name="内容占位符 3">
            <a:extLst>
              <a:ext uri="{FF2B5EF4-FFF2-40B4-BE49-F238E27FC236}">
                <a16:creationId xmlns:a16="http://schemas.microsoft.com/office/drawing/2014/main" id="{D10E031B-F9EF-904A-A1FA-C965AC7C2842}"/>
              </a:ext>
            </a:extLst>
          </p:cNvPr>
          <p:cNvSpPr>
            <a:spLocks noGrp="1"/>
          </p:cNvSpPr>
          <p:nvPr>
            <p:ph sz="half" idx="2"/>
          </p:nvPr>
        </p:nvSpPr>
        <p:spPr>
          <a:xfrm>
            <a:off x="839789" y="2505074"/>
            <a:ext cx="5157787" cy="3684588"/>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5" name="文本占位符 4">
            <a:extLst>
              <a:ext uri="{FF2B5EF4-FFF2-40B4-BE49-F238E27FC236}">
                <a16:creationId xmlns:a16="http://schemas.microsoft.com/office/drawing/2014/main" id="{50F2907D-2FDF-894C-A729-00406C17BC3E}"/>
              </a:ext>
            </a:extLst>
          </p:cNvPr>
          <p:cNvSpPr>
            <a:spLocks noGrp="1"/>
          </p:cNvSpPr>
          <p:nvPr>
            <p:ph type="body" sz="quarter" idx="3"/>
          </p:nvPr>
        </p:nvSpPr>
        <p:spPr>
          <a:xfrm>
            <a:off x="6172201" y="1681163"/>
            <a:ext cx="5183188" cy="823912"/>
          </a:xfrm>
        </p:spPr>
        <p:txBody>
          <a:bodyPr anchor="b"/>
          <a:lstStyle>
            <a:lvl1pPr marL="0" indent="0">
              <a:buNone/>
              <a:defRPr sz="2399" b="1"/>
            </a:lvl1pPr>
            <a:lvl2pPr marL="457051" indent="0">
              <a:buNone/>
              <a:defRPr sz="1999" b="1"/>
            </a:lvl2pPr>
            <a:lvl3pPr marL="914103" indent="0">
              <a:buNone/>
              <a:defRPr sz="1799" b="1"/>
            </a:lvl3pPr>
            <a:lvl4pPr marL="1371154" indent="0">
              <a:buNone/>
              <a:defRPr sz="1599" b="1"/>
            </a:lvl4pPr>
            <a:lvl5pPr marL="1828206" indent="0">
              <a:buNone/>
              <a:defRPr sz="1599" b="1"/>
            </a:lvl5pPr>
            <a:lvl6pPr marL="2285257" indent="0">
              <a:buNone/>
              <a:defRPr sz="1599" b="1"/>
            </a:lvl6pPr>
            <a:lvl7pPr marL="2742308" indent="0">
              <a:buNone/>
              <a:defRPr sz="1599" b="1"/>
            </a:lvl7pPr>
            <a:lvl8pPr marL="3199360" indent="0">
              <a:buNone/>
              <a:defRPr sz="1599" b="1"/>
            </a:lvl8pPr>
            <a:lvl9pPr marL="3656411" indent="0">
              <a:buNone/>
              <a:defRPr sz="1599" b="1"/>
            </a:lvl9pPr>
          </a:lstStyle>
          <a:p>
            <a:pPr lvl="0"/>
            <a:r>
              <a:rPr kumimoji="1" lang="zh-CN" altLang="en-US"/>
              <a:t>编辑母版文本样式</a:t>
            </a:r>
          </a:p>
        </p:txBody>
      </p:sp>
      <p:sp>
        <p:nvSpPr>
          <p:cNvPr id="6" name="内容占位符 5">
            <a:extLst>
              <a:ext uri="{FF2B5EF4-FFF2-40B4-BE49-F238E27FC236}">
                <a16:creationId xmlns:a16="http://schemas.microsoft.com/office/drawing/2014/main" id="{6850C85A-BAFB-D442-8415-4A8F3E6754D6}"/>
              </a:ext>
            </a:extLst>
          </p:cNvPr>
          <p:cNvSpPr>
            <a:spLocks noGrp="1"/>
          </p:cNvSpPr>
          <p:nvPr>
            <p:ph sz="quarter" idx="4"/>
          </p:nvPr>
        </p:nvSpPr>
        <p:spPr>
          <a:xfrm>
            <a:off x="6172201" y="2505074"/>
            <a:ext cx="5183188" cy="3684588"/>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7" name="日期占位符 6">
            <a:extLst>
              <a:ext uri="{FF2B5EF4-FFF2-40B4-BE49-F238E27FC236}">
                <a16:creationId xmlns:a16="http://schemas.microsoft.com/office/drawing/2014/main" id="{A9661656-A9F1-2C40-AB59-02B3413CC816}"/>
              </a:ext>
            </a:extLst>
          </p:cNvPr>
          <p:cNvSpPr>
            <a:spLocks noGrp="1"/>
          </p:cNvSpPr>
          <p:nvPr>
            <p:ph type="dt" sz="half" idx="10"/>
          </p:nvPr>
        </p:nvSpPr>
        <p:spPr/>
        <p:txBody>
          <a:bodyPr/>
          <a:lstStyle/>
          <a:p>
            <a:fld id="{F9378248-A63A-4CC1-A050-FA7A832C65BD}" type="datetimeFigureOut">
              <a:rPr lang="zh-CN" altLang="en-US" smtClean="0"/>
              <a:t>2019/7/22</a:t>
            </a:fld>
            <a:endParaRPr lang="zh-CN" altLang="en-US"/>
          </a:p>
        </p:txBody>
      </p:sp>
      <p:sp>
        <p:nvSpPr>
          <p:cNvPr id="8" name="页脚占位符 7">
            <a:extLst>
              <a:ext uri="{FF2B5EF4-FFF2-40B4-BE49-F238E27FC236}">
                <a16:creationId xmlns:a16="http://schemas.microsoft.com/office/drawing/2014/main" id="{17891DE6-9425-1A46-8B0D-588C24EA0E06}"/>
              </a:ext>
            </a:extLst>
          </p:cNvPr>
          <p:cNvSpPr>
            <a:spLocks noGrp="1"/>
          </p:cNvSpPr>
          <p:nvPr>
            <p:ph type="ftr" sz="quarter" idx="11"/>
          </p:nvPr>
        </p:nvSpPr>
        <p:spPr/>
        <p:txBody>
          <a:bodyPr/>
          <a:lstStyle/>
          <a:p>
            <a:endParaRPr lang="zh-CN" altLang="en-US"/>
          </a:p>
        </p:txBody>
      </p:sp>
      <p:sp>
        <p:nvSpPr>
          <p:cNvPr id="9" name="幻灯片编号占位符 8">
            <a:extLst>
              <a:ext uri="{FF2B5EF4-FFF2-40B4-BE49-F238E27FC236}">
                <a16:creationId xmlns:a16="http://schemas.microsoft.com/office/drawing/2014/main" id="{2AA5446A-D398-EF43-9C9E-989C1A8296BB}"/>
              </a:ext>
            </a:extLst>
          </p:cNvPr>
          <p:cNvSpPr>
            <a:spLocks noGrp="1"/>
          </p:cNvSpPr>
          <p:nvPr>
            <p:ph type="sldNum" sz="quarter" idx="12"/>
          </p:nvPr>
        </p:nvSpPr>
        <p:spPr/>
        <p:txBody>
          <a:bodyPr/>
          <a:lstStyle/>
          <a:p>
            <a:fld id="{50B4BFE3-3554-44DF-AACC-08A711377ADC}" type="slidenum">
              <a:rPr lang="zh-CN" altLang="en-US" smtClean="0"/>
              <a:t>‹#›</a:t>
            </a:fld>
            <a:endParaRPr lang="zh-CN" altLang="en-US"/>
          </a:p>
        </p:txBody>
      </p:sp>
      <p:sp>
        <p:nvSpPr>
          <p:cNvPr id="10" name="矩形 9">
            <a:extLst>
              <a:ext uri="{FF2B5EF4-FFF2-40B4-BE49-F238E27FC236}">
                <a16:creationId xmlns:a16="http://schemas.microsoft.com/office/drawing/2014/main" id="{96A52FBA-5399-8A44-A8F0-4A98ED4B3EA6}"/>
              </a:ext>
            </a:extLst>
          </p:cNvPr>
          <p:cNvSpPr/>
          <p:nvPr userDrawn="1"/>
        </p:nvSpPr>
        <p:spPr>
          <a:xfrm>
            <a:off x="1" y="213635"/>
            <a:ext cx="623055" cy="4319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algn="ctr" defTabSz="914096"/>
            <a:endParaRPr lang="zh-CN" altLang="en-US" sz="1866" dirty="0">
              <a:solidFill>
                <a:srgbClr val="E7E6E6">
                  <a:lumMod val="50000"/>
                </a:srgbClr>
              </a:solidFill>
              <a:cs typeface="+mn-ea"/>
              <a:sym typeface="+mn-lt"/>
            </a:endParaRPr>
          </a:p>
        </p:txBody>
      </p:sp>
    </p:spTree>
    <p:extLst>
      <p:ext uri="{BB962C8B-B14F-4D97-AF65-F5344CB8AC3E}">
        <p14:creationId xmlns:p14="http://schemas.microsoft.com/office/powerpoint/2010/main" val="4003499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94ABA0-D7E8-3542-9818-0F9A89D8AA24}"/>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BCFCC376-4D9B-D040-B23E-DCD1E8B7BC41}"/>
              </a:ext>
            </a:extLst>
          </p:cNvPr>
          <p:cNvSpPr>
            <a:spLocks noGrp="1"/>
          </p:cNvSpPr>
          <p:nvPr>
            <p:ph type="dt" sz="half" idx="10"/>
          </p:nvPr>
        </p:nvSpPr>
        <p:spPr/>
        <p:txBody>
          <a:bodyPr/>
          <a:lstStyle/>
          <a:p>
            <a:fld id="{F9378248-A63A-4CC1-A050-FA7A832C65BD}" type="datetimeFigureOut">
              <a:rPr lang="zh-CN" altLang="en-US" smtClean="0"/>
              <a:t>2019/7/22</a:t>
            </a:fld>
            <a:endParaRPr lang="zh-CN" altLang="en-US"/>
          </a:p>
        </p:txBody>
      </p:sp>
      <p:sp>
        <p:nvSpPr>
          <p:cNvPr id="4" name="页脚占位符 3">
            <a:extLst>
              <a:ext uri="{FF2B5EF4-FFF2-40B4-BE49-F238E27FC236}">
                <a16:creationId xmlns:a16="http://schemas.microsoft.com/office/drawing/2014/main" id="{2888B58B-0013-394D-99E0-DDB28E836344}"/>
              </a:ext>
            </a:extLst>
          </p:cNvPr>
          <p:cNvSpPr>
            <a:spLocks noGrp="1"/>
          </p:cNvSpPr>
          <p:nvPr>
            <p:ph type="ftr" sz="quarter" idx="11"/>
          </p:nvPr>
        </p:nvSpPr>
        <p:spPr/>
        <p:txBody>
          <a:bodyPr/>
          <a:lstStyle/>
          <a:p>
            <a:endParaRPr lang="zh-CN" altLang="en-US"/>
          </a:p>
        </p:txBody>
      </p:sp>
      <p:sp>
        <p:nvSpPr>
          <p:cNvPr id="5" name="幻灯片编号占位符 4">
            <a:extLst>
              <a:ext uri="{FF2B5EF4-FFF2-40B4-BE49-F238E27FC236}">
                <a16:creationId xmlns:a16="http://schemas.microsoft.com/office/drawing/2014/main" id="{E66FA44E-10C5-9341-B016-5B7DE3606FFC}"/>
              </a:ext>
            </a:extLst>
          </p:cNvPr>
          <p:cNvSpPr>
            <a:spLocks noGrp="1"/>
          </p:cNvSpPr>
          <p:nvPr>
            <p:ph type="sldNum" sz="quarter" idx="12"/>
          </p:nvPr>
        </p:nvSpPr>
        <p:spPr/>
        <p:txBody>
          <a:bodyPr/>
          <a:lstStyle/>
          <a:p>
            <a:fld id="{50B4BFE3-3554-44DF-AACC-08A711377ADC}" type="slidenum">
              <a:rPr lang="zh-CN" altLang="en-US" smtClean="0"/>
              <a:t>‹#›</a:t>
            </a:fld>
            <a:endParaRPr lang="zh-CN" altLang="en-US"/>
          </a:p>
        </p:txBody>
      </p:sp>
      <p:sp>
        <p:nvSpPr>
          <p:cNvPr id="6" name="矩形 5">
            <a:extLst>
              <a:ext uri="{FF2B5EF4-FFF2-40B4-BE49-F238E27FC236}">
                <a16:creationId xmlns:a16="http://schemas.microsoft.com/office/drawing/2014/main" id="{46818A75-E642-1445-91A0-F9A946B827C1}"/>
              </a:ext>
            </a:extLst>
          </p:cNvPr>
          <p:cNvSpPr/>
          <p:nvPr userDrawn="1"/>
        </p:nvSpPr>
        <p:spPr>
          <a:xfrm>
            <a:off x="1" y="213635"/>
            <a:ext cx="623055" cy="4319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algn="ctr" defTabSz="914096"/>
            <a:endParaRPr lang="zh-CN" altLang="en-US" sz="1866" dirty="0">
              <a:solidFill>
                <a:srgbClr val="E7E6E6">
                  <a:lumMod val="50000"/>
                </a:srgbClr>
              </a:solidFill>
              <a:cs typeface="+mn-ea"/>
              <a:sym typeface="+mn-lt"/>
            </a:endParaRPr>
          </a:p>
        </p:txBody>
      </p:sp>
    </p:spTree>
    <p:extLst>
      <p:ext uri="{BB962C8B-B14F-4D97-AF65-F5344CB8AC3E}">
        <p14:creationId xmlns:p14="http://schemas.microsoft.com/office/powerpoint/2010/main" val="1422712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B5564E0-C5F6-FE42-8CCB-33D4F8B5B346}"/>
              </a:ext>
            </a:extLst>
          </p:cNvPr>
          <p:cNvSpPr>
            <a:spLocks noGrp="1"/>
          </p:cNvSpPr>
          <p:nvPr>
            <p:ph type="dt" sz="half" idx="10"/>
          </p:nvPr>
        </p:nvSpPr>
        <p:spPr/>
        <p:txBody>
          <a:bodyPr/>
          <a:lstStyle/>
          <a:p>
            <a:fld id="{F9378248-A63A-4CC1-A050-FA7A832C65BD}" type="datetimeFigureOut">
              <a:rPr lang="zh-CN" altLang="en-US" smtClean="0"/>
              <a:t>2019/7/22</a:t>
            </a:fld>
            <a:endParaRPr lang="zh-CN" altLang="en-US"/>
          </a:p>
        </p:txBody>
      </p:sp>
      <p:sp>
        <p:nvSpPr>
          <p:cNvPr id="3" name="页脚占位符 2">
            <a:extLst>
              <a:ext uri="{FF2B5EF4-FFF2-40B4-BE49-F238E27FC236}">
                <a16:creationId xmlns:a16="http://schemas.microsoft.com/office/drawing/2014/main" id="{EDEB0640-492D-E643-A36D-978A53356C9E}"/>
              </a:ext>
            </a:extLst>
          </p:cNvPr>
          <p:cNvSpPr>
            <a:spLocks noGrp="1"/>
          </p:cNvSpPr>
          <p:nvPr>
            <p:ph type="ftr" sz="quarter" idx="11"/>
          </p:nvPr>
        </p:nvSpPr>
        <p:spPr/>
        <p:txBody>
          <a:bodyPr/>
          <a:lstStyle/>
          <a:p>
            <a:endParaRPr lang="zh-CN" altLang="en-US"/>
          </a:p>
        </p:txBody>
      </p:sp>
      <p:sp>
        <p:nvSpPr>
          <p:cNvPr id="4" name="幻灯片编号占位符 3">
            <a:extLst>
              <a:ext uri="{FF2B5EF4-FFF2-40B4-BE49-F238E27FC236}">
                <a16:creationId xmlns:a16="http://schemas.microsoft.com/office/drawing/2014/main" id="{8CA94619-C84D-CC4E-95FB-C1A3FEC9E50B}"/>
              </a:ext>
            </a:extLst>
          </p:cNvPr>
          <p:cNvSpPr>
            <a:spLocks noGrp="1"/>
          </p:cNvSpPr>
          <p:nvPr>
            <p:ph type="sldNum" sz="quarter" idx="12"/>
          </p:nvPr>
        </p:nvSpPr>
        <p:spPr/>
        <p:txBody>
          <a:bodyPr/>
          <a:lstStyle/>
          <a:p>
            <a:fld id="{50B4BFE3-3554-44DF-AACC-08A711377ADC}" type="slidenum">
              <a:rPr lang="zh-CN" altLang="en-US" smtClean="0"/>
              <a:t>‹#›</a:t>
            </a:fld>
            <a:endParaRPr lang="zh-CN" altLang="en-US"/>
          </a:p>
        </p:txBody>
      </p:sp>
      <p:sp>
        <p:nvSpPr>
          <p:cNvPr id="5" name="矩形 4">
            <a:extLst>
              <a:ext uri="{FF2B5EF4-FFF2-40B4-BE49-F238E27FC236}">
                <a16:creationId xmlns:a16="http://schemas.microsoft.com/office/drawing/2014/main" id="{496C794F-241D-2F49-A30F-F8BD84A15286}"/>
              </a:ext>
            </a:extLst>
          </p:cNvPr>
          <p:cNvSpPr/>
          <p:nvPr userDrawn="1"/>
        </p:nvSpPr>
        <p:spPr>
          <a:xfrm>
            <a:off x="1" y="213635"/>
            <a:ext cx="623055" cy="4319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algn="ctr" defTabSz="914096"/>
            <a:endParaRPr lang="zh-CN" altLang="en-US" sz="1866" dirty="0">
              <a:solidFill>
                <a:srgbClr val="E7E6E6">
                  <a:lumMod val="50000"/>
                </a:srgbClr>
              </a:solidFill>
              <a:cs typeface="+mn-ea"/>
              <a:sym typeface="+mn-lt"/>
            </a:endParaRPr>
          </a:p>
        </p:txBody>
      </p:sp>
    </p:spTree>
    <p:extLst>
      <p:ext uri="{BB962C8B-B14F-4D97-AF65-F5344CB8AC3E}">
        <p14:creationId xmlns:p14="http://schemas.microsoft.com/office/powerpoint/2010/main" val="1452381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D388B3-9463-FE4A-92E8-DDA36FC47BE9}"/>
              </a:ext>
            </a:extLst>
          </p:cNvPr>
          <p:cNvSpPr>
            <a:spLocks noGrp="1"/>
          </p:cNvSpPr>
          <p:nvPr>
            <p:ph type="title"/>
          </p:nvPr>
        </p:nvSpPr>
        <p:spPr>
          <a:xfrm>
            <a:off x="839788" y="457201"/>
            <a:ext cx="3932237" cy="1600201"/>
          </a:xfrm>
        </p:spPr>
        <p:txBody>
          <a:bodyPr anchor="b"/>
          <a:lstStyle>
            <a:lvl1pPr>
              <a:defRPr sz="3199"/>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11F0D985-F9F7-D344-A5BE-420383EB128A}"/>
              </a:ext>
            </a:extLst>
          </p:cNvPr>
          <p:cNvSpPr>
            <a:spLocks noGrp="1"/>
          </p:cNvSpPr>
          <p:nvPr>
            <p:ph idx="1"/>
          </p:nvPr>
        </p:nvSpPr>
        <p:spPr>
          <a:xfrm>
            <a:off x="5183188" y="987426"/>
            <a:ext cx="6172200" cy="4873625"/>
          </a:xfrm>
        </p:spPr>
        <p:txBody>
          <a:bodyPr/>
          <a:lstStyle>
            <a:lvl1pPr>
              <a:defRPr sz="3199"/>
            </a:lvl1pPr>
            <a:lvl2pPr>
              <a:defRPr sz="2799"/>
            </a:lvl2pPr>
            <a:lvl3pPr>
              <a:defRPr sz="2399"/>
            </a:lvl3pPr>
            <a:lvl4pPr>
              <a:defRPr sz="1999"/>
            </a:lvl4pPr>
            <a:lvl5pPr>
              <a:defRPr sz="1999"/>
            </a:lvl5pPr>
            <a:lvl6pPr>
              <a:defRPr sz="1999"/>
            </a:lvl6pPr>
            <a:lvl7pPr>
              <a:defRPr sz="1999"/>
            </a:lvl7pPr>
            <a:lvl8pPr>
              <a:defRPr sz="1999"/>
            </a:lvl8pPr>
            <a:lvl9pPr>
              <a:defRPr sz="1999"/>
            </a:lvl9p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文本占位符 3">
            <a:extLst>
              <a:ext uri="{FF2B5EF4-FFF2-40B4-BE49-F238E27FC236}">
                <a16:creationId xmlns:a16="http://schemas.microsoft.com/office/drawing/2014/main" id="{B28080FF-2AFD-F64B-8E09-0009630B1B88}"/>
              </a:ext>
            </a:extLst>
          </p:cNvPr>
          <p:cNvSpPr>
            <a:spLocks noGrp="1"/>
          </p:cNvSpPr>
          <p:nvPr>
            <p:ph type="body" sz="half" idx="2"/>
          </p:nvPr>
        </p:nvSpPr>
        <p:spPr>
          <a:xfrm>
            <a:off x="839788" y="2057399"/>
            <a:ext cx="3932237" cy="3811589"/>
          </a:xfrm>
        </p:spPr>
        <p:txBody>
          <a:bodyPr/>
          <a:lstStyle>
            <a:lvl1pPr marL="0" indent="0">
              <a:buNone/>
              <a:defRPr sz="1599"/>
            </a:lvl1pPr>
            <a:lvl2pPr marL="457051" indent="0">
              <a:buNone/>
              <a:defRPr sz="1400"/>
            </a:lvl2pPr>
            <a:lvl3pPr marL="914103" indent="0">
              <a:buNone/>
              <a:defRPr sz="1200"/>
            </a:lvl3pPr>
            <a:lvl4pPr marL="1371154" indent="0">
              <a:buNone/>
              <a:defRPr sz="1000"/>
            </a:lvl4pPr>
            <a:lvl5pPr marL="1828206" indent="0">
              <a:buNone/>
              <a:defRPr sz="1000"/>
            </a:lvl5pPr>
            <a:lvl6pPr marL="2285257" indent="0">
              <a:buNone/>
              <a:defRPr sz="1000"/>
            </a:lvl6pPr>
            <a:lvl7pPr marL="2742308" indent="0">
              <a:buNone/>
              <a:defRPr sz="1000"/>
            </a:lvl7pPr>
            <a:lvl8pPr marL="3199360" indent="0">
              <a:buNone/>
              <a:defRPr sz="1000"/>
            </a:lvl8pPr>
            <a:lvl9pPr marL="3656411" indent="0">
              <a:buNone/>
              <a:defRPr sz="1000"/>
            </a:lvl9pPr>
          </a:lstStyle>
          <a:p>
            <a:pPr lvl="0"/>
            <a:r>
              <a:rPr kumimoji="1" lang="zh-CN" altLang="en-US"/>
              <a:t>编辑母版文本样式</a:t>
            </a:r>
          </a:p>
        </p:txBody>
      </p:sp>
      <p:sp>
        <p:nvSpPr>
          <p:cNvPr id="5" name="日期占位符 4">
            <a:extLst>
              <a:ext uri="{FF2B5EF4-FFF2-40B4-BE49-F238E27FC236}">
                <a16:creationId xmlns:a16="http://schemas.microsoft.com/office/drawing/2014/main" id="{146114DE-4F7E-2F4B-A78E-EB83B29D20AA}"/>
              </a:ext>
            </a:extLst>
          </p:cNvPr>
          <p:cNvSpPr>
            <a:spLocks noGrp="1"/>
          </p:cNvSpPr>
          <p:nvPr>
            <p:ph type="dt" sz="half" idx="10"/>
          </p:nvPr>
        </p:nvSpPr>
        <p:spPr/>
        <p:txBody>
          <a:bodyPr/>
          <a:lstStyle/>
          <a:p>
            <a:fld id="{F9378248-A63A-4CC1-A050-FA7A832C65BD}" type="datetimeFigureOut">
              <a:rPr lang="zh-CN" altLang="en-US" smtClean="0"/>
              <a:t>2019/7/22</a:t>
            </a:fld>
            <a:endParaRPr lang="zh-CN" altLang="en-US"/>
          </a:p>
        </p:txBody>
      </p:sp>
      <p:sp>
        <p:nvSpPr>
          <p:cNvPr id="6" name="页脚占位符 5">
            <a:extLst>
              <a:ext uri="{FF2B5EF4-FFF2-40B4-BE49-F238E27FC236}">
                <a16:creationId xmlns:a16="http://schemas.microsoft.com/office/drawing/2014/main" id="{A2155C27-AFE0-1541-A67B-33B9C154C2AB}"/>
              </a:ext>
            </a:extLst>
          </p:cNvPr>
          <p:cNvSpPr>
            <a:spLocks noGrp="1"/>
          </p:cNvSpPr>
          <p:nvPr>
            <p:ph type="ftr" sz="quarter" idx="11"/>
          </p:nvPr>
        </p:nvSpPr>
        <p:spPr/>
        <p:txBody>
          <a:bodyPr/>
          <a:lstStyle/>
          <a:p>
            <a:endParaRPr lang="zh-CN" altLang="en-US"/>
          </a:p>
        </p:txBody>
      </p:sp>
      <p:sp>
        <p:nvSpPr>
          <p:cNvPr id="7" name="幻灯片编号占位符 6">
            <a:extLst>
              <a:ext uri="{FF2B5EF4-FFF2-40B4-BE49-F238E27FC236}">
                <a16:creationId xmlns:a16="http://schemas.microsoft.com/office/drawing/2014/main" id="{63C73D35-9F37-D54E-A396-1F7287DC03CE}"/>
              </a:ext>
            </a:extLst>
          </p:cNvPr>
          <p:cNvSpPr>
            <a:spLocks noGrp="1"/>
          </p:cNvSpPr>
          <p:nvPr>
            <p:ph type="sldNum" sz="quarter" idx="12"/>
          </p:nvPr>
        </p:nvSpPr>
        <p:spPr/>
        <p:txBody>
          <a:bodyPr/>
          <a:lstStyle/>
          <a:p>
            <a:fld id="{50B4BFE3-3554-44DF-AACC-08A711377ADC}" type="slidenum">
              <a:rPr lang="zh-CN" altLang="en-US" smtClean="0"/>
              <a:t>‹#›</a:t>
            </a:fld>
            <a:endParaRPr lang="zh-CN" altLang="en-US"/>
          </a:p>
        </p:txBody>
      </p:sp>
      <p:sp>
        <p:nvSpPr>
          <p:cNvPr id="8" name="矩形 7">
            <a:extLst>
              <a:ext uri="{FF2B5EF4-FFF2-40B4-BE49-F238E27FC236}">
                <a16:creationId xmlns:a16="http://schemas.microsoft.com/office/drawing/2014/main" id="{208BEA4C-E061-E340-9B8A-A8C6A06A179A}"/>
              </a:ext>
            </a:extLst>
          </p:cNvPr>
          <p:cNvSpPr/>
          <p:nvPr userDrawn="1"/>
        </p:nvSpPr>
        <p:spPr>
          <a:xfrm>
            <a:off x="1" y="213635"/>
            <a:ext cx="623055" cy="4319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algn="ctr" defTabSz="914096"/>
            <a:endParaRPr lang="zh-CN" altLang="en-US" sz="1866" dirty="0">
              <a:solidFill>
                <a:srgbClr val="E7E6E6">
                  <a:lumMod val="50000"/>
                </a:srgbClr>
              </a:solidFill>
              <a:cs typeface="+mn-ea"/>
              <a:sym typeface="+mn-lt"/>
            </a:endParaRPr>
          </a:p>
        </p:txBody>
      </p:sp>
    </p:spTree>
    <p:extLst>
      <p:ext uri="{BB962C8B-B14F-4D97-AF65-F5344CB8AC3E}">
        <p14:creationId xmlns:p14="http://schemas.microsoft.com/office/powerpoint/2010/main" val="42663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E960AF-5F07-0F47-A23E-272F2DB727AB}"/>
              </a:ext>
            </a:extLst>
          </p:cNvPr>
          <p:cNvSpPr>
            <a:spLocks noGrp="1"/>
          </p:cNvSpPr>
          <p:nvPr>
            <p:ph type="title"/>
          </p:nvPr>
        </p:nvSpPr>
        <p:spPr>
          <a:xfrm>
            <a:off x="839788" y="457201"/>
            <a:ext cx="3932237" cy="1600201"/>
          </a:xfrm>
        </p:spPr>
        <p:txBody>
          <a:bodyPr anchor="b"/>
          <a:lstStyle>
            <a:lvl1pPr>
              <a:defRPr sz="3199"/>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2F5AD75E-6831-5745-803D-C91E664A9DF0}"/>
              </a:ext>
            </a:extLst>
          </p:cNvPr>
          <p:cNvSpPr>
            <a:spLocks noGrp="1"/>
          </p:cNvSpPr>
          <p:nvPr>
            <p:ph type="pic" idx="1"/>
          </p:nvPr>
        </p:nvSpPr>
        <p:spPr>
          <a:xfrm>
            <a:off x="5183188" y="987426"/>
            <a:ext cx="6172200" cy="4873625"/>
          </a:xfrm>
        </p:spPr>
        <p:txBody>
          <a:bodyPr/>
          <a:lstStyle>
            <a:lvl1pPr marL="0" indent="0">
              <a:buNone/>
              <a:defRPr sz="3199"/>
            </a:lvl1pPr>
            <a:lvl2pPr marL="457051" indent="0">
              <a:buNone/>
              <a:defRPr sz="2799"/>
            </a:lvl2pPr>
            <a:lvl3pPr marL="914103" indent="0">
              <a:buNone/>
              <a:defRPr sz="2399"/>
            </a:lvl3pPr>
            <a:lvl4pPr marL="1371154" indent="0">
              <a:buNone/>
              <a:defRPr sz="1999"/>
            </a:lvl4pPr>
            <a:lvl5pPr marL="1828206" indent="0">
              <a:buNone/>
              <a:defRPr sz="1999"/>
            </a:lvl5pPr>
            <a:lvl6pPr marL="2285257" indent="0">
              <a:buNone/>
              <a:defRPr sz="1999"/>
            </a:lvl6pPr>
            <a:lvl7pPr marL="2742308" indent="0">
              <a:buNone/>
              <a:defRPr sz="1999"/>
            </a:lvl7pPr>
            <a:lvl8pPr marL="3199360" indent="0">
              <a:buNone/>
              <a:defRPr sz="1999"/>
            </a:lvl8pPr>
            <a:lvl9pPr marL="3656411" indent="0">
              <a:buNone/>
              <a:defRPr sz="1999"/>
            </a:lvl9pPr>
          </a:lstStyle>
          <a:p>
            <a:endParaRPr kumimoji="1" lang="zh-CN" altLang="en-US"/>
          </a:p>
        </p:txBody>
      </p:sp>
      <p:sp>
        <p:nvSpPr>
          <p:cNvPr id="4" name="文本占位符 3">
            <a:extLst>
              <a:ext uri="{FF2B5EF4-FFF2-40B4-BE49-F238E27FC236}">
                <a16:creationId xmlns:a16="http://schemas.microsoft.com/office/drawing/2014/main" id="{6C6180F7-D2AD-EE48-8824-7B88D11DC603}"/>
              </a:ext>
            </a:extLst>
          </p:cNvPr>
          <p:cNvSpPr>
            <a:spLocks noGrp="1"/>
          </p:cNvSpPr>
          <p:nvPr>
            <p:ph type="body" sz="half" idx="2"/>
          </p:nvPr>
        </p:nvSpPr>
        <p:spPr>
          <a:xfrm>
            <a:off x="839788" y="2057399"/>
            <a:ext cx="3932237" cy="3811589"/>
          </a:xfrm>
        </p:spPr>
        <p:txBody>
          <a:bodyPr/>
          <a:lstStyle>
            <a:lvl1pPr marL="0" indent="0">
              <a:buNone/>
              <a:defRPr sz="1599"/>
            </a:lvl1pPr>
            <a:lvl2pPr marL="457051" indent="0">
              <a:buNone/>
              <a:defRPr sz="1400"/>
            </a:lvl2pPr>
            <a:lvl3pPr marL="914103" indent="0">
              <a:buNone/>
              <a:defRPr sz="1200"/>
            </a:lvl3pPr>
            <a:lvl4pPr marL="1371154" indent="0">
              <a:buNone/>
              <a:defRPr sz="1000"/>
            </a:lvl4pPr>
            <a:lvl5pPr marL="1828206" indent="0">
              <a:buNone/>
              <a:defRPr sz="1000"/>
            </a:lvl5pPr>
            <a:lvl6pPr marL="2285257" indent="0">
              <a:buNone/>
              <a:defRPr sz="1000"/>
            </a:lvl6pPr>
            <a:lvl7pPr marL="2742308" indent="0">
              <a:buNone/>
              <a:defRPr sz="1000"/>
            </a:lvl7pPr>
            <a:lvl8pPr marL="3199360" indent="0">
              <a:buNone/>
              <a:defRPr sz="1000"/>
            </a:lvl8pPr>
            <a:lvl9pPr marL="3656411" indent="0">
              <a:buNone/>
              <a:defRPr sz="1000"/>
            </a:lvl9pPr>
          </a:lstStyle>
          <a:p>
            <a:pPr lvl="0"/>
            <a:r>
              <a:rPr kumimoji="1" lang="zh-CN" altLang="en-US"/>
              <a:t>编辑母版文本样式</a:t>
            </a:r>
          </a:p>
        </p:txBody>
      </p:sp>
      <p:sp>
        <p:nvSpPr>
          <p:cNvPr id="5" name="日期占位符 4">
            <a:extLst>
              <a:ext uri="{FF2B5EF4-FFF2-40B4-BE49-F238E27FC236}">
                <a16:creationId xmlns:a16="http://schemas.microsoft.com/office/drawing/2014/main" id="{9446353B-BF23-3442-B5C3-6113C1260DBB}"/>
              </a:ext>
            </a:extLst>
          </p:cNvPr>
          <p:cNvSpPr>
            <a:spLocks noGrp="1"/>
          </p:cNvSpPr>
          <p:nvPr>
            <p:ph type="dt" sz="half" idx="10"/>
          </p:nvPr>
        </p:nvSpPr>
        <p:spPr/>
        <p:txBody>
          <a:bodyPr/>
          <a:lstStyle/>
          <a:p>
            <a:fld id="{F9378248-A63A-4CC1-A050-FA7A832C65BD}" type="datetimeFigureOut">
              <a:rPr lang="zh-CN" altLang="en-US" smtClean="0"/>
              <a:t>2019/7/22</a:t>
            </a:fld>
            <a:endParaRPr lang="zh-CN" altLang="en-US"/>
          </a:p>
        </p:txBody>
      </p:sp>
      <p:sp>
        <p:nvSpPr>
          <p:cNvPr id="6" name="页脚占位符 5">
            <a:extLst>
              <a:ext uri="{FF2B5EF4-FFF2-40B4-BE49-F238E27FC236}">
                <a16:creationId xmlns:a16="http://schemas.microsoft.com/office/drawing/2014/main" id="{63B208E9-86D4-CE43-82BF-636A60517984}"/>
              </a:ext>
            </a:extLst>
          </p:cNvPr>
          <p:cNvSpPr>
            <a:spLocks noGrp="1"/>
          </p:cNvSpPr>
          <p:nvPr>
            <p:ph type="ftr" sz="quarter" idx="11"/>
          </p:nvPr>
        </p:nvSpPr>
        <p:spPr/>
        <p:txBody>
          <a:bodyPr/>
          <a:lstStyle/>
          <a:p>
            <a:endParaRPr lang="zh-CN" altLang="en-US"/>
          </a:p>
        </p:txBody>
      </p:sp>
      <p:sp>
        <p:nvSpPr>
          <p:cNvPr id="7" name="幻灯片编号占位符 6">
            <a:extLst>
              <a:ext uri="{FF2B5EF4-FFF2-40B4-BE49-F238E27FC236}">
                <a16:creationId xmlns:a16="http://schemas.microsoft.com/office/drawing/2014/main" id="{3B35EF55-963E-EA43-9B2F-8F78988E0BA9}"/>
              </a:ext>
            </a:extLst>
          </p:cNvPr>
          <p:cNvSpPr>
            <a:spLocks noGrp="1"/>
          </p:cNvSpPr>
          <p:nvPr>
            <p:ph type="sldNum" sz="quarter" idx="12"/>
          </p:nvPr>
        </p:nvSpPr>
        <p:spPr/>
        <p:txBody>
          <a:bodyPr/>
          <a:lstStyle/>
          <a:p>
            <a:fld id="{50B4BFE3-3554-44DF-AACC-08A711377ADC}" type="slidenum">
              <a:rPr lang="zh-CN" altLang="en-US" smtClean="0"/>
              <a:t>‹#›</a:t>
            </a:fld>
            <a:endParaRPr lang="zh-CN" altLang="en-US"/>
          </a:p>
        </p:txBody>
      </p:sp>
      <p:sp>
        <p:nvSpPr>
          <p:cNvPr id="8" name="矩形 7">
            <a:extLst>
              <a:ext uri="{FF2B5EF4-FFF2-40B4-BE49-F238E27FC236}">
                <a16:creationId xmlns:a16="http://schemas.microsoft.com/office/drawing/2014/main" id="{ABE7A7A8-5E27-3A4F-A877-BB71E6E46C5D}"/>
              </a:ext>
            </a:extLst>
          </p:cNvPr>
          <p:cNvSpPr/>
          <p:nvPr userDrawn="1"/>
        </p:nvSpPr>
        <p:spPr>
          <a:xfrm>
            <a:off x="1" y="213635"/>
            <a:ext cx="623055" cy="4319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algn="ctr" defTabSz="914096"/>
            <a:endParaRPr lang="zh-CN" altLang="en-US" sz="1866" dirty="0">
              <a:solidFill>
                <a:srgbClr val="E7E6E6">
                  <a:lumMod val="50000"/>
                </a:srgbClr>
              </a:solidFill>
              <a:cs typeface="+mn-ea"/>
              <a:sym typeface="+mn-lt"/>
            </a:endParaRPr>
          </a:p>
        </p:txBody>
      </p:sp>
    </p:spTree>
    <p:extLst>
      <p:ext uri="{BB962C8B-B14F-4D97-AF65-F5344CB8AC3E}">
        <p14:creationId xmlns:p14="http://schemas.microsoft.com/office/powerpoint/2010/main" val="3530080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1CE79E-8D08-1E47-A82C-5D76D73D429C}"/>
              </a:ext>
            </a:extLst>
          </p:cNvPr>
          <p:cNvSpPr>
            <a:spLocks noGrp="1"/>
          </p:cNvSpPr>
          <p:nvPr>
            <p:ph type="title"/>
          </p:nvPr>
        </p:nvSpPr>
        <p:spPr/>
        <p:txBody>
          <a:bodyPr/>
          <a:lstStyle/>
          <a:p>
            <a:r>
              <a:rPr kumimoji="1" lang="zh-CN" altLang="en-US"/>
              <a:t>单击此处编辑母版标题样式</a:t>
            </a:r>
          </a:p>
        </p:txBody>
      </p:sp>
      <p:sp>
        <p:nvSpPr>
          <p:cNvPr id="3" name="竖排文本占位符 2">
            <a:extLst>
              <a:ext uri="{FF2B5EF4-FFF2-40B4-BE49-F238E27FC236}">
                <a16:creationId xmlns:a16="http://schemas.microsoft.com/office/drawing/2014/main" id="{E29B9AFE-3D37-C74C-A666-D5991913146A}"/>
              </a:ext>
            </a:extLst>
          </p:cNvPr>
          <p:cNvSpPr>
            <a:spLocks noGrp="1"/>
          </p:cNvSpPr>
          <p:nvPr>
            <p:ph type="body" orient="vert" idx="1"/>
          </p:nvPr>
        </p:nvSpPr>
        <p:spPr/>
        <p:txBody>
          <a:bodyPr vert="eaVert"/>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日期占位符 3">
            <a:extLst>
              <a:ext uri="{FF2B5EF4-FFF2-40B4-BE49-F238E27FC236}">
                <a16:creationId xmlns:a16="http://schemas.microsoft.com/office/drawing/2014/main" id="{81F5CA03-6EF7-9F4A-B28F-B4E0A5F15997}"/>
              </a:ext>
            </a:extLst>
          </p:cNvPr>
          <p:cNvSpPr>
            <a:spLocks noGrp="1"/>
          </p:cNvSpPr>
          <p:nvPr>
            <p:ph type="dt" sz="half" idx="10"/>
          </p:nvPr>
        </p:nvSpPr>
        <p:spPr/>
        <p:txBody>
          <a:bodyPr/>
          <a:lstStyle/>
          <a:p>
            <a:fld id="{F9378248-A63A-4CC1-A050-FA7A832C65BD}" type="datetimeFigureOut">
              <a:rPr lang="zh-CN" altLang="en-US" smtClean="0"/>
              <a:t>2019/7/22</a:t>
            </a:fld>
            <a:endParaRPr lang="zh-CN" altLang="en-US"/>
          </a:p>
        </p:txBody>
      </p:sp>
      <p:sp>
        <p:nvSpPr>
          <p:cNvPr id="5" name="页脚占位符 4">
            <a:extLst>
              <a:ext uri="{FF2B5EF4-FFF2-40B4-BE49-F238E27FC236}">
                <a16:creationId xmlns:a16="http://schemas.microsoft.com/office/drawing/2014/main" id="{B4D801E8-484B-684F-AAA6-F532EE23EA71}"/>
              </a:ext>
            </a:extLst>
          </p:cNvPr>
          <p:cNvSpPr>
            <a:spLocks noGrp="1"/>
          </p:cNvSpPr>
          <p:nvPr>
            <p:ph type="ftr" sz="quarter" idx="11"/>
          </p:nvPr>
        </p:nvSpPr>
        <p:spPr/>
        <p:txBody>
          <a:bodyPr/>
          <a:lstStyle/>
          <a:p>
            <a:endParaRPr lang="zh-CN" altLang="en-US"/>
          </a:p>
        </p:txBody>
      </p:sp>
      <p:sp>
        <p:nvSpPr>
          <p:cNvPr id="6" name="幻灯片编号占位符 5">
            <a:extLst>
              <a:ext uri="{FF2B5EF4-FFF2-40B4-BE49-F238E27FC236}">
                <a16:creationId xmlns:a16="http://schemas.microsoft.com/office/drawing/2014/main" id="{6E27C326-FF85-2F48-97D2-EB032FAB88E4}"/>
              </a:ext>
            </a:extLst>
          </p:cNvPr>
          <p:cNvSpPr>
            <a:spLocks noGrp="1"/>
          </p:cNvSpPr>
          <p:nvPr>
            <p:ph type="sldNum" sz="quarter" idx="12"/>
          </p:nvPr>
        </p:nvSpPr>
        <p:spPr/>
        <p:txBody>
          <a:bodyPr/>
          <a:lstStyle/>
          <a:p>
            <a:fld id="{50B4BFE3-3554-44DF-AACC-08A711377ADC}" type="slidenum">
              <a:rPr lang="zh-CN" altLang="en-US" smtClean="0"/>
              <a:t>‹#›</a:t>
            </a:fld>
            <a:endParaRPr lang="zh-CN" altLang="en-US"/>
          </a:p>
        </p:txBody>
      </p:sp>
      <p:sp>
        <p:nvSpPr>
          <p:cNvPr id="7" name="矩形 6">
            <a:extLst>
              <a:ext uri="{FF2B5EF4-FFF2-40B4-BE49-F238E27FC236}">
                <a16:creationId xmlns:a16="http://schemas.microsoft.com/office/drawing/2014/main" id="{57A329EB-7BDD-6446-9051-17F0B03D9BA8}"/>
              </a:ext>
            </a:extLst>
          </p:cNvPr>
          <p:cNvSpPr/>
          <p:nvPr userDrawn="1"/>
        </p:nvSpPr>
        <p:spPr>
          <a:xfrm>
            <a:off x="1" y="213635"/>
            <a:ext cx="623055" cy="4319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algn="ctr" defTabSz="914096"/>
            <a:endParaRPr lang="zh-CN" altLang="en-US" sz="1866" dirty="0">
              <a:solidFill>
                <a:srgbClr val="E7E6E6">
                  <a:lumMod val="50000"/>
                </a:srgbClr>
              </a:solidFill>
              <a:cs typeface="+mn-ea"/>
              <a:sym typeface="+mn-lt"/>
            </a:endParaRPr>
          </a:p>
        </p:txBody>
      </p:sp>
    </p:spTree>
    <p:extLst>
      <p:ext uri="{BB962C8B-B14F-4D97-AF65-F5344CB8AC3E}">
        <p14:creationId xmlns:p14="http://schemas.microsoft.com/office/powerpoint/2010/main" val="3871031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9FE1907-4097-3F46-8E01-3B00397E9271}"/>
              </a:ext>
            </a:extLst>
          </p:cNvPr>
          <p:cNvSpPr>
            <a:spLocks noGrp="1"/>
          </p:cNvSpPr>
          <p:nvPr>
            <p:ph type="title" orient="vert"/>
          </p:nvPr>
        </p:nvSpPr>
        <p:spPr>
          <a:xfrm>
            <a:off x="8724901" y="365124"/>
            <a:ext cx="2628900" cy="5811838"/>
          </a:xfrm>
        </p:spPr>
        <p:txBody>
          <a:bodyPr vert="eaVert"/>
          <a:lstStyle/>
          <a:p>
            <a:r>
              <a:rPr kumimoji="1" lang="zh-CN" altLang="en-US"/>
              <a:t>单击此处编辑母版标题样式</a:t>
            </a:r>
          </a:p>
        </p:txBody>
      </p:sp>
      <p:sp>
        <p:nvSpPr>
          <p:cNvPr id="3" name="竖排文本占位符 2">
            <a:extLst>
              <a:ext uri="{FF2B5EF4-FFF2-40B4-BE49-F238E27FC236}">
                <a16:creationId xmlns:a16="http://schemas.microsoft.com/office/drawing/2014/main" id="{DFA386AE-F139-D048-92AF-0EBB5463149A}"/>
              </a:ext>
            </a:extLst>
          </p:cNvPr>
          <p:cNvSpPr>
            <a:spLocks noGrp="1"/>
          </p:cNvSpPr>
          <p:nvPr>
            <p:ph type="body" orient="vert" idx="1"/>
          </p:nvPr>
        </p:nvSpPr>
        <p:spPr>
          <a:xfrm>
            <a:off x="838201" y="365124"/>
            <a:ext cx="7734300" cy="5811838"/>
          </a:xfrm>
        </p:spPr>
        <p:txBody>
          <a:bodyPr vert="eaVert"/>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日期占位符 3">
            <a:extLst>
              <a:ext uri="{FF2B5EF4-FFF2-40B4-BE49-F238E27FC236}">
                <a16:creationId xmlns:a16="http://schemas.microsoft.com/office/drawing/2014/main" id="{FD7C8827-9611-954C-9FF7-7855B595426D}"/>
              </a:ext>
            </a:extLst>
          </p:cNvPr>
          <p:cNvSpPr>
            <a:spLocks noGrp="1"/>
          </p:cNvSpPr>
          <p:nvPr>
            <p:ph type="dt" sz="half" idx="10"/>
          </p:nvPr>
        </p:nvSpPr>
        <p:spPr/>
        <p:txBody>
          <a:bodyPr/>
          <a:lstStyle/>
          <a:p>
            <a:fld id="{F9378248-A63A-4CC1-A050-FA7A832C65BD}" type="datetimeFigureOut">
              <a:rPr lang="zh-CN" altLang="en-US" smtClean="0"/>
              <a:t>2019/7/22</a:t>
            </a:fld>
            <a:endParaRPr lang="zh-CN" altLang="en-US"/>
          </a:p>
        </p:txBody>
      </p:sp>
      <p:sp>
        <p:nvSpPr>
          <p:cNvPr id="5" name="页脚占位符 4">
            <a:extLst>
              <a:ext uri="{FF2B5EF4-FFF2-40B4-BE49-F238E27FC236}">
                <a16:creationId xmlns:a16="http://schemas.microsoft.com/office/drawing/2014/main" id="{EF4F4A3F-41FF-AF4D-ADBF-26AB9D9A9EBE}"/>
              </a:ext>
            </a:extLst>
          </p:cNvPr>
          <p:cNvSpPr>
            <a:spLocks noGrp="1"/>
          </p:cNvSpPr>
          <p:nvPr>
            <p:ph type="ftr" sz="quarter" idx="11"/>
          </p:nvPr>
        </p:nvSpPr>
        <p:spPr/>
        <p:txBody>
          <a:bodyPr/>
          <a:lstStyle/>
          <a:p>
            <a:endParaRPr lang="zh-CN" altLang="en-US"/>
          </a:p>
        </p:txBody>
      </p:sp>
      <p:sp>
        <p:nvSpPr>
          <p:cNvPr id="6" name="幻灯片编号占位符 5">
            <a:extLst>
              <a:ext uri="{FF2B5EF4-FFF2-40B4-BE49-F238E27FC236}">
                <a16:creationId xmlns:a16="http://schemas.microsoft.com/office/drawing/2014/main" id="{B3803DAC-9DBB-524C-B54A-1D7877F98997}"/>
              </a:ext>
            </a:extLst>
          </p:cNvPr>
          <p:cNvSpPr>
            <a:spLocks noGrp="1"/>
          </p:cNvSpPr>
          <p:nvPr>
            <p:ph type="sldNum" sz="quarter" idx="12"/>
          </p:nvPr>
        </p:nvSpPr>
        <p:spPr/>
        <p:txBody>
          <a:bodyPr/>
          <a:lstStyle/>
          <a:p>
            <a:fld id="{50B4BFE3-3554-44DF-AACC-08A711377ADC}" type="slidenum">
              <a:rPr lang="zh-CN" altLang="en-US" smtClean="0"/>
              <a:t>‹#›</a:t>
            </a:fld>
            <a:endParaRPr lang="zh-CN" altLang="en-US"/>
          </a:p>
        </p:txBody>
      </p:sp>
    </p:spTree>
    <p:extLst>
      <p:ext uri="{BB962C8B-B14F-4D97-AF65-F5344CB8AC3E}">
        <p14:creationId xmlns:p14="http://schemas.microsoft.com/office/powerpoint/2010/main" val="2084990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5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1879A21-662B-8A41-92C9-CFA70EF8F96A}"/>
              </a:ext>
            </a:extLst>
          </p:cNvPr>
          <p:cNvSpPr/>
          <p:nvPr userDrawn="1"/>
        </p:nvSpPr>
        <p:spPr>
          <a:xfrm>
            <a:off x="1" y="213635"/>
            <a:ext cx="623055" cy="4319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algn="ctr" defTabSz="914096"/>
            <a:endParaRPr lang="zh-CN" altLang="en-US" sz="1866" dirty="0">
              <a:solidFill>
                <a:srgbClr val="E7E6E6">
                  <a:lumMod val="50000"/>
                </a:srgbClr>
              </a:solidFill>
              <a:cs typeface="+mn-ea"/>
              <a:sym typeface="+mn-lt"/>
            </a:endParaRPr>
          </a:p>
        </p:txBody>
      </p:sp>
    </p:spTree>
    <p:extLst>
      <p:ext uri="{BB962C8B-B14F-4D97-AF65-F5344CB8AC3E}">
        <p14:creationId xmlns:p14="http://schemas.microsoft.com/office/powerpoint/2010/main" val="2877265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76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5621886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矩形 2"/>
          <p:cNvSpPr/>
          <p:nvPr userDrawn="1"/>
        </p:nvSpPr>
        <p:spPr>
          <a:xfrm>
            <a:off x="1" y="213635"/>
            <a:ext cx="623055" cy="4319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algn="ctr" defTabSz="914096"/>
            <a:endParaRPr lang="zh-CN" altLang="en-US" sz="1866" dirty="0">
              <a:solidFill>
                <a:srgbClr val="E7E6E6">
                  <a:lumMod val="50000"/>
                </a:srgbClr>
              </a:solidFill>
              <a:cs typeface="+mn-ea"/>
              <a:sym typeface="+mn-lt"/>
            </a:endParaRPr>
          </a:p>
        </p:txBody>
      </p:sp>
      <p:sp>
        <p:nvSpPr>
          <p:cNvPr id="4" name="文本框 37"/>
          <p:cNvSpPr txBox="1"/>
          <p:nvPr userDrawn="1"/>
        </p:nvSpPr>
        <p:spPr>
          <a:xfrm>
            <a:off x="727261" y="261627"/>
            <a:ext cx="2925754" cy="420542"/>
          </a:xfrm>
          <a:prstGeom prst="rect">
            <a:avLst/>
          </a:prstGeom>
          <a:noFill/>
        </p:spPr>
        <p:txBody>
          <a:bodyPr wrap="none" lIns="91417" tIns="45709" rIns="91417" bIns="45709" rtlCol="0">
            <a:spAutoFit/>
          </a:bodyPr>
          <a:lstStyle/>
          <a:p>
            <a:pPr defTabSz="914096"/>
            <a:r>
              <a:rPr lang="zh-CN" altLang="en-US" sz="2133"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点击添加相关标题文字</a:t>
            </a:r>
          </a:p>
        </p:txBody>
      </p:sp>
      <p:sp>
        <p:nvSpPr>
          <p:cNvPr id="5" name="文本框 38"/>
          <p:cNvSpPr txBox="1"/>
          <p:nvPr userDrawn="1"/>
        </p:nvSpPr>
        <p:spPr>
          <a:xfrm>
            <a:off x="3839750" y="405597"/>
            <a:ext cx="2719028" cy="276977"/>
          </a:xfrm>
          <a:prstGeom prst="rect">
            <a:avLst/>
          </a:prstGeom>
          <a:noFill/>
        </p:spPr>
        <p:txBody>
          <a:bodyPr wrap="square" lIns="91417" tIns="45709" rIns="91417" bIns="45709" rtlCol="0">
            <a:spAutoFit/>
          </a:bodyPr>
          <a:lstStyle/>
          <a:p>
            <a:pPr algn="dist" defTabSz="914096"/>
            <a:r>
              <a:rPr lang="en-US" altLang="zh-CN" sz="1200" dirty="0">
                <a:solidFill>
                  <a:schemeClr val="tx1">
                    <a:lumMod val="50000"/>
                    <a:lumOff val="50000"/>
                  </a:schemeClr>
                </a:solidFill>
                <a:cs typeface="+mn-ea"/>
                <a:sym typeface="+mn-lt"/>
              </a:rPr>
              <a:t>ADD RELATED TITLE WORDS</a:t>
            </a:r>
            <a:endParaRPr lang="zh-CN" altLang="en-US" sz="1200" dirty="0">
              <a:solidFill>
                <a:schemeClr val="tx1">
                  <a:lumMod val="50000"/>
                  <a:lumOff val="50000"/>
                </a:schemeClr>
              </a:solidFill>
              <a:cs typeface="+mn-ea"/>
              <a:sym typeface="+mn-lt"/>
            </a:endParaRPr>
          </a:p>
        </p:txBody>
      </p:sp>
    </p:spTree>
    <p:extLst>
      <p:ext uri="{BB962C8B-B14F-4D97-AF65-F5344CB8AC3E}">
        <p14:creationId xmlns:p14="http://schemas.microsoft.com/office/powerpoint/2010/main" val="8635247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ank New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181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3D16F7B-B157-1044-B81A-2CFD93E3E9EC}"/>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8B70325A-AA09-E945-849F-7D65039DDBC0}"/>
              </a:ext>
            </a:extLst>
          </p:cNvPr>
          <p:cNvSpPr>
            <a:spLocks noGrp="1"/>
          </p:cNvSpPr>
          <p:nvPr>
            <p:ph type="body" idx="1"/>
          </p:nvPr>
        </p:nvSpPr>
        <p:spPr>
          <a:xfrm>
            <a:off x="838200" y="1825626"/>
            <a:ext cx="10515600" cy="4351338"/>
          </a:xfrm>
          <a:prstGeom prst="rect">
            <a:avLst/>
          </a:prstGeom>
        </p:spPr>
        <p:txBody>
          <a:bodyPr vert="horz" lIns="91440" tIns="45720" rIns="91440" bIns="45720" rtlCol="0">
            <a:normAutofit/>
          </a:bodyPr>
          <a:lstStyle/>
          <a:p>
            <a:pPr lvl="0"/>
            <a:r>
              <a:rPr kumimoji="1" lang="zh-CN" altLang="en-US" dirty="0"/>
              <a:t>编辑母版文本样式</a:t>
            </a:r>
          </a:p>
          <a:p>
            <a:pPr lvl="1"/>
            <a:r>
              <a:rPr kumimoji="1" lang="zh-CN" altLang="en-US" dirty="0"/>
              <a:t>第二级</a:t>
            </a:r>
          </a:p>
          <a:p>
            <a:pPr lvl="2"/>
            <a:r>
              <a:rPr kumimoji="1" lang="zh-CN" altLang="en-US" dirty="0"/>
              <a:t>第三级</a:t>
            </a:r>
          </a:p>
          <a:p>
            <a:pPr lvl="3"/>
            <a:r>
              <a:rPr kumimoji="1" lang="zh-CN" altLang="en-US" dirty="0"/>
              <a:t>第四级</a:t>
            </a:r>
          </a:p>
          <a:p>
            <a:pPr lvl="4"/>
            <a:r>
              <a:rPr kumimoji="1" lang="zh-CN" altLang="en-US" dirty="0"/>
              <a:t>第五级</a:t>
            </a:r>
          </a:p>
        </p:txBody>
      </p:sp>
      <p:sp>
        <p:nvSpPr>
          <p:cNvPr id="4" name="日期占位符 3">
            <a:extLst>
              <a:ext uri="{FF2B5EF4-FFF2-40B4-BE49-F238E27FC236}">
                <a16:creationId xmlns:a16="http://schemas.microsoft.com/office/drawing/2014/main" id="{B76965B6-1C69-6347-BC3B-4459C73287E5}"/>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378248-A63A-4CC1-A050-FA7A832C65BD}" type="datetimeFigureOut">
              <a:rPr lang="zh-CN" altLang="en-US" smtClean="0"/>
              <a:t>2019/7/22</a:t>
            </a:fld>
            <a:endParaRPr lang="zh-CN" altLang="en-US"/>
          </a:p>
        </p:txBody>
      </p:sp>
      <p:sp>
        <p:nvSpPr>
          <p:cNvPr id="5" name="页脚占位符 4">
            <a:extLst>
              <a:ext uri="{FF2B5EF4-FFF2-40B4-BE49-F238E27FC236}">
                <a16:creationId xmlns:a16="http://schemas.microsoft.com/office/drawing/2014/main" id="{BCBB39DA-25C3-5C47-87C8-94CB5EBF0004}"/>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幻灯片编号占位符 5">
            <a:extLst>
              <a:ext uri="{FF2B5EF4-FFF2-40B4-BE49-F238E27FC236}">
                <a16:creationId xmlns:a16="http://schemas.microsoft.com/office/drawing/2014/main" id="{633D009B-8FBE-C747-B84B-19659F328704}"/>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B4BFE3-3554-44DF-AACC-08A711377ADC}" type="slidenum">
              <a:rPr lang="zh-CN" altLang="en-US" smtClean="0"/>
              <a:t>‹#›</a:t>
            </a:fld>
            <a:endParaRPr lang="zh-CN" altLang="en-US"/>
          </a:p>
        </p:txBody>
      </p:sp>
      <p:pic>
        <p:nvPicPr>
          <p:cNvPr id="8" name="图片 7">
            <a:extLst>
              <a:ext uri="{FF2B5EF4-FFF2-40B4-BE49-F238E27FC236}">
                <a16:creationId xmlns:a16="http://schemas.microsoft.com/office/drawing/2014/main" id="{247271B5-8D6D-1C49-991F-48A7B9B1B5EA}"/>
              </a:ext>
            </a:extLst>
          </p:cNvPr>
          <p:cNvPicPr>
            <a:picLocks noChangeAspect="1"/>
          </p:cNvPicPr>
          <p:nvPr userDrawn="1"/>
        </p:nvPicPr>
        <p:blipFill>
          <a:blip r:embed="rId17"/>
          <a:stretch>
            <a:fillRect/>
          </a:stretch>
        </p:blipFill>
        <p:spPr>
          <a:xfrm>
            <a:off x="10944539" y="117985"/>
            <a:ext cx="1185333" cy="575556"/>
          </a:xfrm>
          <a:prstGeom prst="rect">
            <a:avLst/>
          </a:prstGeom>
        </p:spPr>
      </p:pic>
    </p:spTree>
    <p:extLst>
      <p:ext uri="{BB962C8B-B14F-4D97-AF65-F5344CB8AC3E}">
        <p14:creationId xmlns:p14="http://schemas.microsoft.com/office/powerpoint/2010/main" val="23147612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l" defTabSz="914103"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26" indent="-228526" algn="l" defTabSz="914103" rtl="0" eaLnBrk="1" latinLnBrk="0" hangingPunct="1">
        <a:lnSpc>
          <a:spcPct val="90000"/>
        </a:lnSpc>
        <a:spcBef>
          <a:spcPts val="1000"/>
        </a:spcBef>
        <a:buFont typeface="Arial" panose="020B0604020202020204" pitchFamily="34" charset="0"/>
        <a:buChar char="•"/>
        <a:defRPr sz="2799" kern="1200">
          <a:solidFill>
            <a:schemeClr val="tx1"/>
          </a:solidFill>
          <a:latin typeface="Microsoft YaHei" panose="020B0503020204020204" pitchFamily="34" charset="-122"/>
          <a:ea typeface="Microsoft YaHei" panose="020B0503020204020204" pitchFamily="34" charset="-122"/>
          <a:cs typeface="+mn-cs"/>
        </a:defRPr>
      </a:lvl1pPr>
      <a:lvl2pPr marL="685577" indent="-228526" algn="l" defTabSz="914103" rtl="0" eaLnBrk="1" latinLnBrk="0" hangingPunct="1">
        <a:lnSpc>
          <a:spcPct val="90000"/>
        </a:lnSpc>
        <a:spcBef>
          <a:spcPts val="500"/>
        </a:spcBef>
        <a:buFont typeface="Arial" panose="020B0604020202020204" pitchFamily="34" charset="0"/>
        <a:buChar char="•"/>
        <a:defRPr sz="2399" kern="1200">
          <a:solidFill>
            <a:schemeClr val="tx1"/>
          </a:solidFill>
          <a:latin typeface="Microsoft YaHei" panose="020B0503020204020204" pitchFamily="34" charset="-122"/>
          <a:ea typeface="Microsoft YaHei" panose="020B0503020204020204" pitchFamily="34" charset="-122"/>
          <a:cs typeface="+mn-cs"/>
        </a:defRPr>
      </a:lvl2pPr>
      <a:lvl3pPr marL="1142629" indent="-228526" algn="l" defTabSz="914103" rtl="0" eaLnBrk="1" latinLnBrk="0" hangingPunct="1">
        <a:lnSpc>
          <a:spcPct val="90000"/>
        </a:lnSpc>
        <a:spcBef>
          <a:spcPts val="500"/>
        </a:spcBef>
        <a:buFont typeface="Arial" panose="020B0604020202020204" pitchFamily="34" charset="0"/>
        <a:buChar char="•"/>
        <a:defRPr sz="1999" kern="1200">
          <a:solidFill>
            <a:schemeClr val="tx1"/>
          </a:solidFill>
          <a:latin typeface="Microsoft YaHei" panose="020B0503020204020204" pitchFamily="34" charset="-122"/>
          <a:ea typeface="Microsoft YaHei" panose="020B0503020204020204" pitchFamily="34" charset="-122"/>
          <a:cs typeface="+mn-cs"/>
        </a:defRPr>
      </a:lvl3pPr>
      <a:lvl4pPr marL="1599680" indent="-228526" algn="l" defTabSz="914103" rtl="0" eaLnBrk="1" latinLnBrk="0" hangingPunct="1">
        <a:lnSpc>
          <a:spcPct val="90000"/>
        </a:lnSpc>
        <a:spcBef>
          <a:spcPts val="500"/>
        </a:spcBef>
        <a:buFont typeface="Arial" panose="020B0604020202020204" pitchFamily="34" charset="0"/>
        <a:buChar char="•"/>
        <a:defRPr sz="1799" kern="1200">
          <a:solidFill>
            <a:schemeClr val="tx1"/>
          </a:solidFill>
          <a:latin typeface="Microsoft YaHei" panose="020B0503020204020204" pitchFamily="34" charset="-122"/>
          <a:ea typeface="Microsoft YaHei" panose="020B0503020204020204" pitchFamily="34" charset="-122"/>
          <a:cs typeface="+mn-cs"/>
        </a:defRPr>
      </a:lvl4pPr>
      <a:lvl5pPr marL="2056731" indent="-228526" algn="l" defTabSz="914103" rtl="0" eaLnBrk="1" latinLnBrk="0" hangingPunct="1">
        <a:lnSpc>
          <a:spcPct val="90000"/>
        </a:lnSpc>
        <a:spcBef>
          <a:spcPts val="500"/>
        </a:spcBef>
        <a:buFont typeface="Arial" panose="020B0604020202020204" pitchFamily="34" charset="0"/>
        <a:buChar char="•"/>
        <a:defRPr sz="1799" kern="1200">
          <a:solidFill>
            <a:schemeClr val="tx1"/>
          </a:solidFill>
          <a:latin typeface="Microsoft YaHei" panose="020B0503020204020204" pitchFamily="34" charset="-122"/>
          <a:ea typeface="Microsoft YaHei" panose="020B0503020204020204" pitchFamily="34" charset="-122"/>
          <a:cs typeface="+mn-cs"/>
        </a:defRPr>
      </a:lvl5pPr>
      <a:lvl6pPr marL="2513783" indent="-228526" algn="l" defTabSz="914103"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834" indent="-228526" algn="l" defTabSz="914103"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886" indent="-228526" algn="l" defTabSz="914103"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937" indent="-228526" algn="l" defTabSz="914103"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103" rtl="0" eaLnBrk="1" latinLnBrk="0" hangingPunct="1">
        <a:defRPr sz="1799" kern="1200">
          <a:solidFill>
            <a:schemeClr val="tx1"/>
          </a:solidFill>
          <a:latin typeface="+mn-lt"/>
          <a:ea typeface="+mn-ea"/>
          <a:cs typeface="+mn-cs"/>
        </a:defRPr>
      </a:lvl1pPr>
      <a:lvl2pPr marL="457051" algn="l" defTabSz="914103" rtl="0" eaLnBrk="1" latinLnBrk="0" hangingPunct="1">
        <a:defRPr sz="1799" kern="1200">
          <a:solidFill>
            <a:schemeClr val="tx1"/>
          </a:solidFill>
          <a:latin typeface="+mn-lt"/>
          <a:ea typeface="+mn-ea"/>
          <a:cs typeface="+mn-cs"/>
        </a:defRPr>
      </a:lvl2pPr>
      <a:lvl3pPr marL="914103" algn="l" defTabSz="914103" rtl="0" eaLnBrk="1" latinLnBrk="0" hangingPunct="1">
        <a:defRPr sz="1799" kern="1200">
          <a:solidFill>
            <a:schemeClr val="tx1"/>
          </a:solidFill>
          <a:latin typeface="+mn-lt"/>
          <a:ea typeface="+mn-ea"/>
          <a:cs typeface="+mn-cs"/>
        </a:defRPr>
      </a:lvl3pPr>
      <a:lvl4pPr marL="1371154" algn="l" defTabSz="914103" rtl="0" eaLnBrk="1" latinLnBrk="0" hangingPunct="1">
        <a:defRPr sz="1799" kern="1200">
          <a:solidFill>
            <a:schemeClr val="tx1"/>
          </a:solidFill>
          <a:latin typeface="+mn-lt"/>
          <a:ea typeface="+mn-ea"/>
          <a:cs typeface="+mn-cs"/>
        </a:defRPr>
      </a:lvl4pPr>
      <a:lvl5pPr marL="1828206" algn="l" defTabSz="914103" rtl="0" eaLnBrk="1" latinLnBrk="0" hangingPunct="1">
        <a:defRPr sz="1799" kern="1200">
          <a:solidFill>
            <a:schemeClr val="tx1"/>
          </a:solidFill>
          <a:latin typeface="+mn-lt"/>
          <a:ea typeface="+mn-ea"/>
          <a:cs typeface="+mn-cs"/>
        </a:defRPr>
      </a:lvl5pPr>
      <a:lvl6pPr marL="2285257" algn="l" defTabSz="914103" rtl="0" eaLnBrk="1" latinLnBrk="0" hangingPunct="1">
        <a:defRPr sz="1799" kern="1200">
          <a:solidFill>
            <a:schemeClr val="tx1"/>
          </a:solidFill>
          <a:latin typeface="+mn-lt"/>
          <a:ea typeface="+mn-ea"/>
          <a:cs typeface="+mn-cs"/>
        </a:defRPr>
      </a:lvl6pPr>
      <a:lvl7pPr marL="2742308" algn="l" defTabSz="914103" rtl="0" eaLnBrk="1" latinLnBrk="0" hangingPunct="1">
        <a:defRPr sz="1799" kern="1200">
          <a:solidFill>
            <a:schemeClr val="tx1"/>
          </a:solidFill>
          <a:latin typeface="+mn-lt"/>
          <a:ea typeface="+mn-ea"/>
          <a:cs typeface="+mn-cs"/>
        </a:defRPr>
      </a:lvl7pPr>
      <a:lvl8pPr marL="3199360" algn="l" defTabSz="914103" rtl="0" eaLnBrk="1" latinLnBrk="0" hangingPunct="1">
        <a:defRPr sz="1799" kern="1200">
          <a:solidFill>
            <a:schemeClr val="tx1"/>
          </a:solidFill>
          <a:latin typeface="+mn-lt"/>
          <a:ea typeface="+mn-ea"/>
          <a:cs typeface="+mn-cs"/>
        </a:defRPr>
      </a:lvl8pPr>
      <a:lvl9pPr marL="3656411" algn="l" defTabSz="91410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ascopubs.org/author/Cai%2C+Kaican" TargetMode="External"/><Relationship Id="rId5" Type="http://schemas.openxmlformats.org/officeDocument/2006/relationships/hyperlink" Target="https://www.ncbi.nlm.nih.gov/pubmed/?term=Shi%20P%5BAuthor%5D&amp;cauthor=true&amp;cauthor_uid=27450722"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15519" y="235631"/>
            <a:ext cx="8288724" cy="461665"/>
          </a:xfrm>
          <a:prstGeom prst="rect">
            <a:avLst/>
          </a:prstGeom>
          <a:noFill/>
        </p:spPr>
        <p:txBody>
          <a:bodyPr wrap="square" rtlCol="0">
            <a:spAutoFit/>
          </a:bodyPr>
          <a:lstStyle/>
          <a:p>
            <a:r>
              <a:rPr lang="en-US" altLang="zh-CN" sz="2400" b="1" dirty="0">
                <a:solidFill>
                  <a:schemeClr val="accent1">
                    <a:lumMod val="75000"/>
                  </a:schemeClr>
                </a:solidFill>
                <a:latin typeface="+mj-ea"/>
                <a:ea typeface="+mj-ea"/>
              </a:rPr>
              <a:t>CNV Estimation in small gene panel Using CESAR</a:t>
            </a:r>
            <a:endParaRPr lang="zh-CN" altLang="en-US" sz="2400" b="1" dirty="0">
              <a:solidFill>
                <a:schemeClr val="accent1">
                  <a:lumMod val="75000"/>
                </a:schemeClr>
              </a:solidFill>
              <a:latin typeface="+mj-ea"/>
              <a:ea typeface="+mj-ea"/>
            </a:endParaRPr>
          </a:p>
        </p:txBody>
      </p:sp>
      <p:sp>
        <p:nvSpPr>
          <p:cNvPr id="2" name="矩形 1">
            <a:extLst>
              <a:ext uri="{FF2B5EF4-FFF2-40B4-BE49-F238E27FC236}">
                <a16:creationId xmlns:a16="http://schemas.microsoft.com/office/drawing/2014/main" id="{9F872C9E-276C-4A2D-9F0D-F9CE05C3B81F}"/>
              </a:ext>
            </a:extLst>
          </p:cNvPr>
          <p:cNvSpPr/>
          <p:nvPr/>
        </p:nvSpPr>
        <p:spPr>
          <a:xfrm>
            <a:off x="549799" y="1198434"/>
            <a:ext cx="4053731" cy="4339650"/>
          </a:xfrm>
          <a:prstGeom prst="rect">
            <a:avLst/>
          </a:prstGeom>
        </p:spPr>
        <p:txBody>
          <a:bodyPr wrap="square">
            <a:spAutoFit/>
          </a:bodyPr>
          <a:lstStyle/>
          <a:p>
            <a:endParaRPr lang="en-US" dirty="0"/>
          </a:p>
          <a:p>
            <a:pPr indent="-285750">
              <a:buFont typeface="Arial" panose="020B0604020202020204" pitchFamily="34" charset="0"/>
              <a:buChar char="•"/>
            </a:pPr>
            <a:r>
              <a:rPr lang="en-US" sz="2400" dirty="0" err="1">
                <a:solidFill>
                  <a:schemeClr val="accent1">
                    <a:lumMod val="50000"/>
                  </a:schemeClr>
                </a:solidFill>
                <a:latin typeface="微软雅黑" panose="020B0503020204020204" pitchFamily="34" charset="-122"/>
                <a:ea typeface="微软雅黑" panose="020B0503020204020204" pitchFamily="34" charset="-122"/>
              </a:rPr>
              <a:t>某些关键基因上的CNV变异被确定致病或与特定肿瘤相关</a:t>
            </a:r>
            <a:r>
              <a:rPr lang="en-US" sz="2400" dirty="0">
                <a:solidFill>
                  <a:schemeClr val="accent1">
                    <a:lumMod val="50000"/>
                  </a:schemeClr>
                </a:solidFill>
                <a:latin typeface="微软雅黑" panose="020B0503020204020204" pitchFamily="34" charset="-122"/>
                <a:ea typeface="微软雅黑" panose="020B0503020204020204" pitchFamily="34" charset="-122"/>
              </a:rPr>
              <a:t>*</a:t>
            </a:r>
          </a:p>
          <a:p>
            <a:pPr indent="-285750">
              <a:buFont typeface="Arial" panose="020B0604020202020204" pitchFamily="34" charset="0"/>
              <a:buChar char="•"/>
            </a:pPr>
            <a:endParaRPr lang="en-US" sz="2400" dirty="0">
              <a:solidFill>
                <a:schemeClr val="accent1">
                  <a:lumMod val="50000"/>
                </a:schemeClr>
              </a:solidFill>
              <a:latin typeface="微软雅黑" panose="020B0503020204020204" pitchFamily="34" charset="-122"/>
              <a:ea typeface="微软雅黑" panose="020B0503020204020204" pitchFamily="34" charset="-122"/>
            </a:endParaRPr>
          </a:p>
          <a:p>
            <a:pPr indent="-285750">
              <a:buFont typeface="Arial" panose="020B0604020202020204" pitchFamily="34" charset="0"/>
              <a:buChar char="•"/>
            </a:pPr>
            <a:endParaRPr lang="en-US" sz="2400" dirty="0">
              <a:solidFill>
                <a:schemeClr val="accent1">
                  <a:lumMod val="50000"/>
                </a:schemeClr>
              </a:solidFill>
              <a:latin typeface="微软雅黑" panose="020B0503020204020204" pitchFamily="34" charset="-122"/>
              <a:ea typeface="微软雅黑" panose="020B0503020204020204" pitchFamily="34" charset="-122"/>
            </a:endParaRPr>
          </a:p>
          <a:p>
            <a:pPr indent="-285750">
              <a:buFont typeface="Arial" panose="020B0604020202020204" pitchFamily="34" charset="0"/>
              <a:buChar char="•"/>
            </a:pP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用靶向芯片检测</a:t>
            </a:r>
            <a:r>
              <a:rPr lang="en-US" altLang="zh-CN" sz="2400" dirty="0" err="1">
                <a:solidFill>
                  <a:schemeClr val="accent1">
                    <a:lumMod val="50000"/>
                  </a:schemeClr>
                </a:solidFill>
                <a:latin typeface="微软雅黑" panose="020B0503020204020204" pitchFamily="34" charset="-122"/>
                <a:ea typeface="微软雅黑" panose="020B0503020204020204" pitchFamily="34" charset="-122"/>
              </a:rPr>
              <a:t>ctDNA</a:t>
            </a: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中的</a:t>
            </a:r>
            <a:r>
              <a:rPr lang="en-US" altLang="zh-CN" sz="2400" dirty="0">
                <a:solidFill>
                  <a:schemeClr val="accent1">
                    <a:lumMod val="50000"/>
                  </a:schemeClr>
                </a:solidFill>
                <a:latin typeface="微软雅黑" panose="020B0503020204020204" pitchFamily="34" charset="-122"/>
                <a:ea typeface="微软雅黑" panose="020B0503020204020204" pitchFamily="34" charset="-122"/>
              </a:rPr>
              <a:t>CNV</a:t>
            </a: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缺乏灵敏度* </a:t>
            </a:r>
            <a:r>
              <a:rPr lang="en-US" altLang="zh-CN" sz="1600" dirty="0">
                <a:solidFill>
                  <a:schemeClr val="accent1">
                    <a:lumMod val="50000"/>
                  </a:schemeClr>
                </a:solidFill>
                <a:latin typeface="微软雅黑" panose="020B0503020204020204" pitchFamily="34" charset="-122"/>
                <a:ea typeface="微软雅黑" panose="020B0503020204020204" pitchFamily="34" charset="-122"/>
              </a:rPr>
              <a:t>(</a:t>
            </a:r>
            <a:r>
              <a:rPr lang="en-US" sz="1600" dirty="0">
                <a:solidFill>
                  <a:schemeClr val="accent1">
                    <a:lumMod val="50000"/>
                  </a:schemeClr>
                </a:solidFill>
                <a:latin typeface="微软雅黑" panose="020B0503020204020204" pitchFamily="34" charset="-122"/>
                <a:ea typeface="微软雅黑" panose="020B0503020204020204" pitchFamily="34" charset="-122"/>
              </a:rPr>
              <a:t>in-silicon spike-in, the detection limit of </a:t>
            </a:r>
            <a:r>
              <a:rPr lang="en-US" sz="1600" dirty="0" err="1">
                <a:solidFill>
                  <a:schemeClr val="accent1">
                    <a:lumMod val="50000"/>
                  </a:schemeClr>
                </a:solidFill>
                <a:latin typeface="微软雅黑" panose="020B0503020204020204" pitchFamily="34" charset="-122"/>
                <a:ea typeface="微软雅黑" panose="020B0503020204020204" pitchFamily="34" charset="-122"/>
              </a:rPr>
              <a:t>ctDNA</a:t>
            </a:r>
            <a:r>
              <a:rPr lang="en-US" sz="1600" dirty="0">
                <a:solidFill>
                  <a:schemeClr val="accent1">
                    <a:lumMod val="50000"/>
                  </a:schemeClr>
                </a:solidFill>
                <a:latin typeface="微软雅黑" panose="020B0503020204020204" pitchFamily="34" charset="-122"/>
                <a:ea typeface="微软雅黑" panose="020B0503020204020204" pitchFamily="34" charset="-122"/>
              </a:rPr>
              <a:t> fraction is  ERBB2 (2.2 copy), MET (2.5 copy) EGFR (2.2 copy) with  71.4% sensitivity*)</a:t>
            </a:r>
          </a:p>
          <a:p>
            <a:endParaRPr lang="en-US" dirty="0"/>
          </a:p>
        </p:txBody>
      </p:sp>
      <p:pic>
        <p:nvPicPr>
          <p:cNvPr id="5" name="图片 4">
            <a:extLst>
              <a:ext uri="{FF2B5EF4-FFF2-40B4-BE49-F238E27FC236}">
                <a16:creationId xmlns:a16="http://schemas.microsoft.com/office/drawing/2014/main" id="{3E5DEE65-B436-4F24-840F-215862242CF9}"/>
              </a:ext>
            </a:extLst>
          </p:cNvPr>
          <p:cNvPicPr>
            <a:picLocks noChangeAspect="1"/>
          </p:cNvPicPr>
          <p:nvPr/>
        </p:nvPicPr>
        <p:blipFill>
          <a:blip r:embed="rId3"/>
          <a:stretch>
            <a:fillRect/>
          </a:stretch>
        </p:blipFill>
        <p:spPr>
          <a:xfrm rot="5400000">
            <a:off x="8699845" y="320331"/>
            <a:ext cx="1868859" cy="2395537"/>
          </a:xfrm>
          <a:prstGeom prst="rect">
            <a:avLst/>
          </a:prstGeom>
        </p:spPr>
      </p:pic>
      <p:pic>
        <p:nvPicPr>
          <p:cNvPr id="7" name="图片 6">
            <a:extLst>
              <a:ext uri="{FF2B5EF4-FFF2-40B4-BE49-F238E27FC236}">
                <a16:creationId xmlns:a16="http://schemas.microsoft.com/office/drawing/2014/main" id="{44652AC2-4E08-400C-A511-FE88C84691ED}"/>
              </a:ext>
            </a:extLst>
          </p:cNvPr>
          <p:cNvPicPr>
            <a:picLocks noChangeAspect="1"/>
          </p:cNvPicPr>
          <p:nvPr/>
        </p:nvPicPr>
        <p:blipFill>
          <a:blip r:embed="rId4"/>
          <a:stretch>
            <a:fillRect/>
          </a:stretch>
        </p:blipFill>
        <p:spPr>
          <a:xfrm>
            <a:off x="4888491" y="2452529"/>
            <a:ext cx="6953250" cy="4076700"/>
          </a:xfrm>
          <a:prstGeom prst="rect">
            <a:avLst/>
          </a:prstGeom>
        </p:spPr>
      </p:pic>
      <p:sp>
        <p:nvSpPr>
          <p:cNvPr id="8" name="矩形 7">
            <a:extLst>
              <a:ext uri="{FF2B5EF4-FFF2-40B4-BE49-F238E27FC236}">
                <a16:creationId xmlns:a16="http://schemas.microsoft.com/office/drawing/2014/main" id="{446346DB-B4EB-478C-B461-7548D0FF13F9}"/>
              </a:ext>
            </a:extLst>
          </p:cNvPr>
          <p:cNvSpPr/>
          <p:nvPr/>
        </p:nvSpPr>
        <p:spPr>
          <a:xfrm>
            <a:off x="7500730" y="5817704"/>
            <a:ext cx="1709531" cy="80466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lumMod val="50000"/>
                  </a:schemeClr>
                </a:solidFill>
              </a:rPr>
              <a:t>Copy Number Variations</a:t>
            </a:r>
            <a:endParaRPr lang="en-US" dirty="0">
              <a:solidFill>
                <a:schemeClr val="accent1">
                  <a:lumMod val="50000"/>
                </a:schemeClr>
              </a:solidFill>
            </a:endParaRPr>
          </a:p>
        </p:txBody>
      </p:sp>
      <p:sp>
        <p:nvSpPr>
          <p:cNvPr id="9" name="矩形 8">
            <a:extLst>
              <a:ext uri="{FF2B5EF4-FFF2-40B4-BE49-F238E27FC236}">
                <a16:creationId xmlns:a16="http://schemas.microsoft.com/office/drawing/2014/main" id="{3500950C-149D-4177-BDF5-23936F799452}"/>
              </a:ext>
            </a:extLst>
          </p:cNvPr>
          <p:cNvSpPr/>
          <p:nvPr/>
        </p:nvSpPr>
        <p:spPr>
          <a:xfrm>
            <a:off x="582733" y="6413302"/>
            <a:ext cx="4349268" cy="338554"/>
          </a:xfrm>
          <a:prstGeom prst="rect">
            <a:avLst/>
          </a:prstGeom>
        </p:spPr>
        <p:txBody>
          <a:bodyPr wrap="none">
            <a:spAutoFit/>
          </a:bodyPr>
          <a:lstStyle/>
          <a:p>
            <a:r>
              <a:rPr lang="en-US" sz="1600" dirty="0">
                <a:solidFill>
                  <a:schemeClr val="accent1">
                    <a:lumMod val="50000"/>
                  </a:schemeClr>
                </a:solidFill>
                <a:latin typeface="微软雅黑" panose="020B0503020204020204" pitchFamily="34" charset="-122"/>
                <a:ea typeface="微软雅黑" panose="020B0503020204020204" pitchFamily="34" charset="-122"/>
              </a:rPr>
              <a:t>* </a:t>
            </a:r>
            <a:r>
              <a:rPr lang="en-US" sz="1600" dirty="0">
                <a:solidFill>
                  <a:schemeClr val="accent1">
                    <a:lumMod val="50000"/>
                  </a:schemeClr>
                </a:solidFill>
                <a:latin typeface="微软雅黑" panose="020B0503020204020204" pitchFamily="34" charset="-122"/>
                <a:ea typeface="微软雅黑" panose="020B0503020204020204" pitchFamily="34" charset="-122"/>
                <a:hlinkClick r:id="rId5">
                  <a:extLst>
                    <a:ext uri="{A12FA001-AC4F-418D-AE19-62706E023703}">
                      <ahyp:hlinkClr xmlns:ahyp="http://schemas.microsoft.com/office/drawing/2018/hyperlinkcolor" val="tx"/>
                    </a:ext>
                  </a:extLst>
                </a:hlinkClick>
              </a:rPr>
              <a:t>Shi P</a:t>
            </a:r>
            <a:r>
              <a:rPr lang="en-US" sz="1600" dirty="0">
                <a:solidFill>
                  <a:schemeClr val="accent1">
                    <a:lumMod val="50000"/>
                  </a:schemeClr>
                </a:solidFill>
                <a:latin typeface="微软雅黑" panose="020B0503020204020204" pitchFamily="34" charset="-122"/>
                <a:ea typeface="微软雅黑" panose="020B0503020204020204" pitchFamily="34" charset="-122"/>
              </a:rPr>
              <a:t> et al, 2017</a:t>
            </a:r>
            <a:r>
              <a:rPr lang="zh-CN" altLang="en-US" sz="1600" dirty="0">
                <a:solidFill>
                  <a:schemeClr val="accent1">
                    <a:lumMod val="50000"/>
                  </a:schemeClr>
                </a:solidFill>
                <a:latin typeface="微软雅黑" panose="020B0503020204020204" pitchFamily="34" charset="-122"/>
                <a:ea typeface="微软雅黑" panose="020B0503020204020204" pitchFamily="34" charset="-122"/>
              </a:rPr>
              <a:t>， </a:t>
            </a:r>
            <a:r>
              <a:rPr lang="en-US" sz="1600" dirty="0" err="1">
                <a:solidFill>
                  <a:schemeClr val="accent1">
                    <a:lumMod val="50000"/>
                  </a:schemeClr>
                </a:solidFill>
                <a:latin typeface="微软雅黑" panose="020B0503020204020204" pitchFamily="34" charset="-122"/>
                <a:ea typeface="微软雅黑" panose="020B0503020204020204" pitchFamily="34" charset="-122"/>
                <a:hlinkClick r:id="rId6">
                  <a:extLst>
                    <a:ext uri="{A12FA001-AC4F-418D-AE19-62706E023703}">
                      <ahyp:hlinkClr xmlns:ahyp="http://schemas.microsoft.com/office/drawing/2018/hyperlinkcolor" val="tx"/>
                    </a:ext>
                  </a:extLst>
                </a:hlinkClick>
              </a:rPr>
              <a:t>Kaican</a:t>
            </a:r>
            <a:r>
              <a:rPr lang="en-US" sz="1600" dirty="0">
                <a:solidFill>
                  <a:schemeClr val="accent1">
                    <a:lumMod val="50000"/>
                  </a:schemeClr>
                </a:solidFill>
                <a:latin typeface="微软雅黑" panose="020B0503020204020204" pitchFamily="34" charset="-122"/>
                <a:ea typeface="微软雅黑" panose="020B0503020204020204" pitchFamily="34" charset="-122"/>
                <a:hlinkClick r:id="rId6">
                  <a:extLst>
                    <a:ext uri="{A12FA001-AC4F-418D-AE19-62706E023703}">
                      <ahyp:hlinkClr xmlns:ahyp="http://schemas.microsoft.com/office/drawing/2018/hyperlinkcolor" val="tx"/>
                    </a:ext>
                  </a:extLst>
                </a:hlinkClick>
              </a:rPr>
              <a:t> Cai</a:t>
            </a:r>
            <a:r>
              <a:rPr lang="en-US" sz="1600" dirty="0">
                <a:solidFill>
                  <a:schemeClr val="accent1">
                    <a:lumMod val="50000"/>
                  </a:schemeClr>
                </a:solidFill>
                <a:latin typeface="微软雅黑" panose="020B0503020204020204" pitchFamily="34" charset="-122"/>
                <a:ea typeface="微软雅黑" panose="020B0503020204020204" pitchFamily="34" charset="-122"/>
              </a:rPr>
              <a:t> </a:t>
            </a:r>
            <a:r>
              <a:rPr lang="en-US" altLang="zh-CN" sz="1600" dirty="0">
                <a:solidFill>
                  <a:schemeClr val="accent1">
                    <a:lumMod val="50000"/>
                  </a:schemeClr>
                </a:solidFill>
                <a:latin typeface="微软雅黑" panose="020B0503020204020204" pitchFamily="34" charset="-122"/>
                <a:ea typeface="微软雅黑" panose="020B0503020204020204" pitchFamily="34" charset="-122"/>
              </a:rPr>
              <a:t>et al, 2018</a:t>
            </a:r>
          </a:p>
        </p:txBody>
      </p:sp>
    </p:spTree>
    <p:extLst>
      <p:ext uri="{BB962C8B-B14F-4D97-AF65-F5344CB8AC3E}">
        <p14:creationId xmlns:p14="http://schemas.microsoft.com/office/powerpoint/2010/main" val="3185641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15519" y="235631"/>
            <a:ext cx="8288724" cy="461665"/>
          </a:xfrm>
          <a:prstGeom prst="rect">
            <a:avLst/>
          </a:prstGeom>
          <a:noFill/>
        </p:spPr>
        <p:txBody>
          <a:bodyPr wrap="square" rtlCol="0">
            <a:spAutoFit/>
          </a:bodyPr>
          <a:lstStyle/>
          <a:p>
            <a:r>
              <a:rPr lang="en-US" altLang="zh-CN" sz="2400" b="1" dirty="0">
                <a:solidFill>
                  <a:schemeClr val="accent1">
                    <a:lumMod val="75000"/>
                  </a:schemeClr>
                </a:solidFill>
                <a:latin typeface="+mj-ea"/>
                <a:ea typeface="+mj-ea"/>
              </a:rPr>
              <a:t>Existing methods for CNV detection with NGS</a:t>
            </a:r>
            <a:endParaRPr lang="zh-CN" altLang="en-US" sz="2400" b="1" dirty="0">
              <a:solidFill>
                <a:schemeClr val="accent1">
                  <a:lumMod val="75000"/>
                </a:schemeClr>
              </a:solidFill>
              <a:latin typeface="+mj-ea"/>
              <a:ea typeface="+mj-ea"/>
            </a:endParaRPr>
          </a:p>
        </p:txBody>
      </p:sp>
      <p:sp>
        <p:nvSpPr>
          <p:cNvPr id="5" name="矩形 4">
            <a:extLst>
              <a:ext uri="{FF2B5EF4-FFF2-40B4-BE49-F238E27FC236}">
                <a16:creationId xmlns:a16="http://schemas.microsoft.com/office/drawing/2014/main" id="{A1F6C55D-66E5-44A7-B268-391BF3847343}"/>
              </a:ext>
            </a:extLst>
          </p:cNvPr>
          <p:cNvSpPr/>
          <p:nvPr/>
        </p:nvSpPr>
        <p:spPr>
          <a:xfrm>
            <a:off x="815519" y="1692393"/>
            <a:ext cx="4710638" cy="3785652"/>
          </a:xfrm>
          <a:prstGeom prst="rect">
            <a:avLst/>
          </a:prstGeom>
        </p:spPr>
        <p:txBody>
          <a:bodyPr wrap="square">
            <a:spAutoFit/>
          </a:bodyPr>
          <a:lstStyle/>
          <a:p>
            <a:pPr marL="342900" indent="-342900">
              <a:buFont typeface="Arial" panose="020B0604020202020204" pitchFamily="34" charset="0"/>
              <a:buChar char="•"/>
            </a:pPr>
            <a:r>
              <a:rPr lang="en-US" sz="2400" dirty="0">
                <a:solidFill>
                  <a:schemeClr val="accent1">
                    <a:lumMod val="50000"/>
                  </a:schemeClr>
                </a:solidFill>
                <a:latin typeface="微软雅黑" panose="020B0503020204020204" pitchFamily="34" charset="-122"/>
                <a:ea typeface="微软雅黑" panose="020B0503020204020204" pitchFamily="34" charset="-122"/>
              </a:rPr>
              <a:t>全基因组低深度测序联合隐马可夫方法可以较精确地检测ctDNA占比10%</a:t>
            </a: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左右</a:t>
            </a:r>
            <a:r>
              <a:rPr lang="en-US" sz="2400" dirty="0" err="1">
                <a:solidFill>
                  <a:schemeClr val="accent1">
                    <a:lumMod val="50000"/>
                  </a:schemeClr>
                </a:solidFill>
                <a:latin typeface="微软雅黑" panose="020B0503020204020204" pitchFamily="34" charset="-122"/>
                <a:ea typeface="微软雅黑" panose="020B0503020204020204" pitchFamily="34" charset="-122"/>
              </a:rPr>
              <a:t>的患者中Mbp</a:t>
            </a: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以上</a:t>
            </a:r>
            <a:r>
              <a:rPr lang="en-US" sz="2400" dirty="0" err="1">
                <a:solidFill>
                  <a:schemeClr val="accent1">
                    <a:lumMod val="50000"/>
                  </a:schemeClr>
                </a:solidFill>
                <a:latin typeface="微软雅黑" panose="020B0503020204020204" pitchFamily="34" charset="-122"/>
                <a:ea typeface="微软雅黑" panose="020B0503020204020204" pitchFamily="34" charset="-122"/>
              </a:rPr>
              <a:t>长度级别的CNV</a:t>
            </a:r>
            <a:r>
              <a:rPr lang="en-US" sz="2400" dirty="0">
                <a:solidFill>
                  <a:schemeClr val="accent1">
                    <a:lumMod val="50000"/>
                  </a:schemeClr>
                </a:solidFill>
                <a:latin typeface="微软雅黑" panose="020B0503020204020204" pitchFamily="34" charset="-122"/>
                <a:ea typeface="微软雅黑" panose="020B0503020204020204" pitchFamily="34" charset="-122"/>
              </a:rPr>
              <a:t>*</a:t>
            </a:r>
          </a:p>
          <a:p>
            <a:pPr marL="342900" indent="-342900">
              <a:buFont typeface="Arial" panose="020B0604020202020204" pitchFamily="34" charset="0"/>
              <a:buChar char="•"/>
            </a:pPr>
            <a:endParaRPr lang="en-US" sz="2400"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检测区域内包含</a:t>
            </a:r>
            <a:r>
              <a:rPr lang="en-US" altLang="zh-CN" sz="2400" dirty="0">
                <a:solidFill>
                  <a:schemeClr val="accent1">
                    <a:lumMod val="50000"/>
                  </a:schemeClr>
                </a:solidFill>
                <a:latin typeface="微软雅黑" panose="020B0503020204020204" pitchFamily="34" charset="-122"/>
                <a:ea typeface="微软雅黑" panose="020B0503020204020204" pitchFamily="34" charset="-122"/>
              </a:rPr>
              <a:t>50</a:t>
            </a: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个杂合子</a:t>
            </a:r>
            <a:r>
              <a:rPr lang="en-US" altLang="zh-CN" sz="2400" dirty="0">
                <a:solidFill>
                  <a:schemeClr val="accent1">
                    <a:lumMod val="50000"/>
                  </a:schemeClr>
                </a:solidFill>
                <a:latin typeface="微软雅黑" panose="020B0503020204020204" pitchFamily="34" charset="-122"/>
                <a:ea typeface="微软雅黑" panose="020B0503020204020204" pitchFamily="34" charset="-122"/>
              </a:rPr>
              <a:t>SNP</a:t>
            </a: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的变异频率（</a:t>
            </a:r>
            <a:r>
              <a:rPr lang="en-US" altLang="zh-CN" sz="2400" dirty="0">
                <a:solidFill>
                  <a:schemeClr val="accent1">
                    <a:lumMod val="50000"/>
                  </a:schemeClr>
                </a:solidFill>
                <a:latin typeface="微软雅黑" panose="020B0503020204020204" pitchFamily="34" charset="-122"/>
                <a:ea typeface="微软雅黑" panose="020B0503020204020204" pitchFamily="34" charset="-122"/>
              </a:rPr>
              <a:t>BAF</a:t>
            </a: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）分布*</a:t>
            </a:r>
            <a:endParaRPr lang="en-US" altLang="zh-CN" sz="1600" dirty="0"/>
          </a:p>
          <a:p>
            <a:pPr marL="342900" indent="-342900">
              <a:buFont typeface="Arial" panose="020B0604020202020204" pitchFamily="34" charset="0"/>
              <a:buChar char="•"/>
            </a:pPr>
            <a:endParaRPr lang="en-US" altLang="zh-CN" sz="2400"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直接检测重复区域</a:t>
            </a:r>
            <a:r>
              <a:rPr lang="en-US" altLang="zh-CN" sz="2400" dirty="0">
                <a:solidFill>
                  <a:schemeClr val="accent1">
                    <a:lumMod val="50000"/>
                  </a:schemeClr>
                </a:solidFill>
                <a:latin typeface="微软雅黑" panose="020B0503020204020204" pitchFamily="34" charset="-122"/>
                <a:ea typeface="微软雅黑" panose="020B0503020204020204" pitchFamily="34" charset="-122"/>
              </a:rPr>
              <a:t>(1-100Mbp)</a:t>
            </a: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之间连接点形成的嵌合体序列</a:t>
            </a:r>
            <a:endParaRPr lang="en-US" sz="2400"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790403F6-92C3-467D-AFF1-B269618EAC4E}"/>
              </a:ext>
            </a:extLst>
          </p:cNvPr>
          <p:cNvSpPr/>
          <p:nvPr/>
        </p:nvSpPr>
        <p:spPr>
          <a:xfrm>
            <a:off x="582733" y="6413302"/>
            <a:ext cx="10251268" cy="338554"/>
          </a:xfrm>
          <a:prstGeom prst="rect">
            <a:avLst/>
          </a:prstGeom>
        </p:spPr>
        <p:txBody>
          <a:bodyPr wrap="none">
            <a:spAutoFit/>
          </a:bodyPr>
          <a:lstStyle/>
          <a:p>
            <a:r>
              <a:rPr lang="en-US" sz="1600" dirty="0">
                <a:solidFill>
                  <a:schemeClr val="accent1">
                    <a:lumMod val="50000"/>
                  </a:schemeClr>
                </a:solidFill>
                <a:latin typeface="微软雅黑" panose="020B0503020204020204" pitchFamily="34" charset="-122"/>
                <a:ea typeface="微软雅黑" panose="020B0503020204020204" pitchFamily="34" charset="-122"/>
              </a:rPr>
              <a:t>* Leary RJ </a:t>
            </a:r>
            <a:r>
              <a:rPr lang="en-US" altLang="zh-CN" sz="1600" dirty="0">
                <a:solidFill>
                  <a:schemeClr val="accent1">
                    <a:lumMod val="50000"/>
                  </a:schemeClr>
                </a:solidFill>
                <a:latin typeface="微软雅黑" panose="020B0503020204020204" pitchFamily="34" charset="-122"/>
                <a:ea typeface="微软雅黑" panose="020B0503020204020204" pitchFamily="34" charset="-122"/>
              </a:rPr>
              <a:t>et al, 2012 </a:t>
            </a:r>
            <a:r>
              <a:rPr lang="zh-CN" altLang="en-US" sz="1600" dirty="0">
                <a:solidFill>
                  <a:schemeClr val="accent1">
                    <a:lumMod val="50000"/>
                  </a:schemeClr>
                </a:solidFill>
                <a:latin typeface="微软雅黑" panose="020B0503020204020204" pitchFamily="34" charset="-122"/>
                <a:ea typeface="微软雅黑" panose="020B0503020204020204" pitchFamily="34" charset="-122"/>
              </a:rPr>
              <a:t>*</a:t>
            </a:r>
            <a:r>
              <a:rPr lang="en-US" sz="1600" dirty="0">
                <a:solidFill>
                  <a:schemeClr val="accent1">
                    <a:lumMod val="50000"/>
                  </a:schemeClr>
                </a:solidFill>
                <a:latin typeface="微软雅黑" panose="020B0503020204020204" pitchFamily="34" charset="-122"/>
                <a:ea typeface="微软雅黑" panose="020B0503020204020204" pitchFamily="34" charset="-122"/>
              </a:rPr>
              <a:t> Nygren AOH et al,</a:t>
            </a:r>
            <a:r>
              <a:rPr lang="zh-CN" altLang="en-US" sz="1600" dirty="0">
                <a:solidFill>
                  <a:schemeClr val="accent1">
                    <a:lumMod val="50000"/>
                  </a:schemeClr>
                </a:solidFill>
                <a:latin typeface="微软雅黑" panose="020B0503020204020204" pitchFamily="34" charset="-122"/>
                <a:ea typeface="微软雅黑" panose="020B0503020204020204" pitchFamily="34" charset="-122"/>
              </a:rPr>
              <a:t> </a:t>
            </a:r>
            <a:r>
              <a:rPr lang="en-US" altLang="zh-CN" sz="1600" dirty="0">
                <a:solidFill>
                  <a:schemeClr val="accent1">
                    <a:lumMod val="50000"/>
                  </a:schemeClr>
                </a:solidFill>
                <a:latin typeface="微软雅黑" panose="020B0503020204020204" pitchFamily="34" charset="-122"/>
                <a:ea typeface="微软雅黑" panose="020B0503020204020204" pitchFamily="34" charset="-122"/>
              </a:rPr>
              <a:t>2010 *</a:t>
            </a:r>
            <a:r>
              <a:rPr lang="en-US" altLang="zh-CN" sz="1600" dirty="0" err="1">
                <a:solidFill>
                  <a:schemeClr val="accent1">
                    <a:lumMod val="50000"/>
                  </a:schemeClr>
                </a:solidFill>
                <a:latin typeface="微软雅黑" panose="020B0503020204020204" pitchFamily="34" charset="-122"/>
                <a:ea typeface="微软雅黑" panose="020B0503020204020204" pitchFamily="34" charset="-122"/>
              </a:rPr>
              <a:t>Eser</a:t>
            </a:r>
            <a:r>
              <a:rPr lang="en-US" altLang="zh-CN" sz="1600" dirty="0">
                <a:solidFill>
                  <a:schemeClr val="accent1">
                    <a:lumMod val="50000"/>
                  </a:schemeClr>
                </a:solidFill>
                <a:latin typeface="微软雅黑" panose="020B0503020204020204" pitchFamily="34" charset="-122"/>
                <a:ea typeface="微软雅黑" panose="020B0503020204020204" pitchFamily="34" charset="-122"/>
              </a:rPr>
              <a:t> </a:t>
            </a:r>
            <a:r>
              <a:rPr lang="en-US" altLang="zh-CN" sz="1600" dirty="0" err="1">
                <a:solidFill>
                  <a:schemeClr val="accent1">
                    <a:lumMod val="50000"/>
                  </a:schemeClr>
                </a:solidFill>
                <a:latin typeface="微软雅黑" panose="020B0503020204020204" pitchFamily="34" charset="-122"/>
                <a:ea typeface="微软雅黑" panose="020B0503020204020204" pitchFamily="34" charset="-122"/>
              </a:rPr>
              <a:t>Kirkizlar</a:t>
            </a:r>
            <a:r>
              <a:rPr lang="en-US" altLang="zh-CN" sz="1600" dirty="0">
                <a:solidFill>
                  <a:schemeClr val="accent1">
                    <a:lumMod val="50000"/>
                  </a:schemeClr>
                </a:solidFill>
                <a:latin typeface="微软雅黑" panose="020B0503020204020204" pitchFamily="34" charset="-122"/>
                <a:ea typeface="微软雅黑" panose="020B0503020204020204" pitchFamily="34" charset="-122"/>
              </a:rPr>
              <a:t> </a:t>
            </a:r>
            <a:r>
              <a:rPr lang="en-US" sz="1600" dirty="0">
                <a:solidFill>
                  <a:schemeClr val="accent1">
                    <a:lumMod val="50000"/>
                  </a:schemeClr>
                </a:solidFill>
                <a:latin typeface="微软雅黑" panose="020B0503020204020204" pitchFamily="34" charset="-122"/>
                <a:ea typeface="微软雅黑" panose="020B0503020204020204" pitchFamily="34" charset="-122"/>
              </a:rPr>
              <a:t>et</a:t>
            </a:r>
            <a:r>
              <a:rPr lang="zh-CN" altLang="en-US" sz="1600" dirty="0">
                <a:solidFill>
                  <a:schemeClr val="accent1">
                    <a:lumMod val="50000"/>
                  </a:schemeClr>
                </a:solidFill>
                <a:latin typeface="微软雅黑" panose="020B0503020204020204" pitchFamily="34" charset="-122"/>
                <a:ea typeface="微软雅黑" panose="020B0503020204020204" pitchFamily="34" charset="-122"/>
              </a:rPr>
              <a:t> </a:t>
            </a:r>
            <a:r>
              <a:rPr lang="en-US" altLang="zh-CN" sz="1600" dirty="0">
                <a:solidFill>
                  <a:schemeClr val="accent1">
                    <a:lumMod val="50000"/>
                  </a:schemeClr>
                </a:solidFill>
                <a:latin typeface="微软雅黑" panose="020B0503020204020204" pitchFamily="34" charset="-122"/>
                <a:ea typeface="微软雅黑" panose="020B0503020204020204" pitchFamily="34" charset="-122"/>
              </a:rPr>
              <a:t>al, 2017, *</a:t>
            </a:r>
            <a:r>
              <a:rPr lang="en-US" sz="1600" dirty="0">
                <a:solidFill>
                  <a:schemeClr val="accent1">
                    <a:lumMod val="50000"/>
                  </a:schemeClr>
                </a:solidFill>
                <a:latin typeface="微软雅黑" panose="020B0503020204020204" pitchFamily="34" charset="-122"/>
                <a:ea typeface="微软雅黑" panose="020B0503020204020204" pitchFamily="34" charset="-122"/>
              </a:rPr>
              <a:t> </a:t>
            </a:r>
            <a:r>
              <a:rPr lang="en-US" sz="1600" dirty="0" err="1">
                <a:solidFill>
                  <a:schemeClr val="accent1">
                    <a:lumMod val="50000"/>
                  </a:schemeClr>
                </a:solidFill>
                <a:latin typeface="微软雅黑" panose="020B0503020204020204" pitchFamily="34" charset="-122"/>
                <a:ea typeface="微软雅黑" panose="020B0503020204020204" pitchFamily="34" charset="-122"/>
              </a:rPr>
              <a:t>Bhuvan</a:t>
            </a:r>
            <a:r>
              <a:rPr lang="en-US" sz="1600" dirty="0">
                <a:solidFill>
                  <a:schemeClr val="accent1">
                    <a:lumMod val="50000"/>
                  </a:schemeClr>
                </a:solidFill>
                <a:latin typeface="微软雅黑" panose="020B0503020204020204" pitchFamily="34" charset="-122"/>
                <a:ea typeface="微软雅黑" panose="020B0503020204020204" pitchFamily="34" charset="-122"/>
              </a:rPr>
              <a:t> </a:t>
            </a:r>
            <a:r>
              <a:rPr lang="en-US" sz="1600" dirty="0" err="1">
                <a:solidFill>
                  <a:schemeClr val="accent1">
                    <a:lumMod val="50000"/>
                  </a:schemeClr>
                </a:solidFill>
                <a:latin typeface="微软雅黑" panose="020B0503020204020204" pitchFamily="34" charset="-122"/>
                <a:ea typeface="微软雅黑" panose="020B0503020204020204" pitchFamily="34" charset="-122"/>
              </a:rPr>
              <a:t>Molparia</a:t>
            </a:r>
            <a:r>
              <a:rPr lang="en-US" sz="1600" dirty="0">
                <a:solidFill>
                  <a:schemeClr val="accent1">
                    <a:lumMod val="50000"/>
                  </a:schemeClr>
                </a:solidFill>
                <a:latin typeface="微软雅黑" panose="020B0503020204020204" pitchFamily="34" charset="-122"/>
                <a:ea typeface="微软雅黑" panose="020B0503020204020204" pitchFamily="34" charset="-122"/>
              </a:rPr>
              <a:t> et al, 2017</a:t>
            </a:r>
            <a:r>
              <a:rPr lang="en-US" altLang="zh-CN" sz="1600" dirty="0">
                <a:solidFill>
                  <a:schemeClr val="accent1">
                    <a:lumMod val="50000"/>
                  </a:schemeClr>
                </a:solidFill>
                <a:latin typeface="微软雅黑" panose="020B0503020204020204" pitchFamily="34" charset="-122"/>
                <a:ea typeface="微软雅黑" panose="020B0503020204020204" pitchFamily="34" charset="-122"/>
              </a:rPr>
              <a:t> </a:t>
            </a:r>
          </a:p>
        </p:txBody>
      </p:sp>
      <p:pic>
        <p:nvPicPr>
          <p:cNvPr id="7" name="图片 6">
            <a:extLst>
              <a:ext uri="{FF2B5EF4-FFF2-40B4-BE49-F238E27FC236}">
                <a16:creationId xmlns:a16="http://schemas.microsoft.com/office/drawing/2014/main" id="{F40B6ACB-DE34-426E-B8BE-AF31C87730F0}"/>
              </a:ext>
            </a:extLst>
          </p:cNvPr>
          <p:cNvPicPr>
            <a:picLocks noChangeAspect="1"/>
          </p:cNvPicPr>
          <p:nvPr/>
        </p:nvPicPr>
        <p:blipFill>
          <a:blip r:embed="rId3"/>
          <a:stretch>
            <a:fillRect/>
          </a:stretch>
        </p:blipFill>
        <p:spPr>
          <a:xfrm>
            <a:off x="5923721" y="706493"/>
            <a:ext cx="5785609" cy="5682754"/>
          </a:xfrm>
          <a:prstGeom prst="rect">
            <a:avLst/>
          </a:prstGeom>
        </p:spPr>
      </p:pic>
    </p:spTree>
    <p:extLst>
      <p:ext uri="{BB962C8B-B14F-4D97-AF65-F5344CB8AC3E}">
        <p14:creationId xmlns:p14="http://schemas.microsoft.com/office/powerpoint/2010/main" val="3916168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15519" y="235631"/>
            <a:ext cx="8288724" cy="830997"/>
          </a:xfrm>
          <a:prstGeom prst="rect">
            <a:avLst/>
          </a:prstGeom>
          <a:noFill/>
        </p:spPr>
        <p:txBody>
          <a:bodyPr wrap="square" rtlCol="0">
            <a:spAutoFit/>
          </a:bodyPr>
          <a:lstStyle/>
          <a:p>
            <a:r>
              <a:rPr lang="en-US" altLang="zh-CN" sz="2400" b="1" dirty="0">
                <a:solidFill>
                  <a:schemeClr val="accent1">
                    <a:lumMod val="75000"/>
                  </a:schemeClr>
                </a:solidFill>
                <a:latin typeface="+mj-ea"/>
                <a:ea typeface="+mj-ea"/>
              </a:rPr>
              <a:t>CNV Estimation with Segmentation and Anchor Recalibration (CESAR)</a:t>
            </a:r>
            <a:endParaRPr lang="zh-CN" altLang="en-US" sz="2400" b="1" dirty="0">
              <a:solidFill>
                <a:schemeClr val="accent1">
                  <a:lumMod val="75000"/>
                </a:schemeClr>
              </a:solidFill>
              <a:latin typeface="+mj-ea"/>
              <a:ea typeface="+mj-ea"/>
            </a:endParaRPr>
          </a:p>
        </p:txBody>
      </p:sp>
      <p:sp>
        <p:nvSpPr>
          <p:cNvPr id="8" name="矩形 7">
            <a:extLst>
              <a:ext uri="{FF2B5EF4-FFF2-40B4-BE49-F238E27FC236}">
                <a16:creationId xmlns:a16="http://schemas.microsoft.com/office/drawing/2014/main" id="{44396768-B43B-4B02-88E7-9C5F0A9F821A}"/>
              </a:ext>
            </a:extLst>
          </p:cNvPr>
          <p:cNvSpPr/>
          <p:nvPr/>
        </p:nvSpPr>
        <p:spPr>
          <a:xfrm>
            <a:off x="437249" y="1514401"/>
            <a:ext cx="5658751" cy="2308324"/>
          </a:xfrm>
          <a:prstGeom prst="rect">
            <a:avLst/>
          </a:prstGeom>
        </p:spPr>
        <p:txBody>
          <a:bodyPr wrap="square">
            <a:spAutoFit/>
          </a:bodyPr>
          <a:lstStyle/>
          <a:p>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捕捉样本内差异：对</a:t>
            </a:r>
            <a:r>
              <a:rPr lang="en-US" altLang="zh-CN" sz="2400" dirty="0">
                <a:solidFill>
                  <a:schemeClr val="accent1">
                    <a:lumMod val="50000"/>
                  </a:schemeClr>
                </a:solidFill>
                <a:latin typeface="微软雅黑" panose="020B0503020204020204" pitchFamily="34" charset="-122"/>
                <a:ea typeface="微软雅黑" panose="020B0503020204020204" pitchFamily="34" charset="-122"/>
              </a:rPr>
              <a:t>30K panel</a:t>
            </a: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区域进行基于探针位置和捕获效率的片段划分以精确测量区域探针深度</a:t>
            </a:r>
            <a:endParaRPr lang="en-US" altLang="zh-CN" sz="2400" dirty="0">
              <a:solidFill>
                <a:schemeClr val="accent1">
                  <a:lumMod val="50000"/>
                </a:schemeClr>
              </a:solidFill>
              <a:latin typeface="微软雅黑" panose="020B0503020204020204" pitchFamily="34" charset="-122"/>
              <a:ea typeface="微软雅黑" panose="020B0503020204020204" pitchFamily="34" charset="-122"/>
            </a:endParaRPr>
          </a:p>
          <a:p>
            <a:endParaRPr lang="en-US" altLang="zh-CN" sz="2400" dirty="0">
              <a:solidFill>
                <a:schemeClr val="accent1">
                  <a:lumMod val="50000"/>
                </a:schemeClr>
              </a:solidFill>
              <a:latin typeface="微软雅黑" panose="020B0503020204020204" pitchFamily="34" charset="-122"/>
              <a:ea typeface="微软雅黑" panose="020B0503020204020204" pitchFamily="34" charset="-122"/>
            </a:endParaRPr>
          </a:p>
          <a:p>
            <a:endParaRPr lang="en-US" altLang="zh-CN" sz="2400" dirty="0">
              <a:solidFill>
                <a:schemeClr val="accent1">
                  <a:lumMod val="50000"/>
                </a:schemeClr>
              </a:solidFill>
              <a:latin typeface="微软雅黑" panose="020B0503020204020204" pitchFamily="34" charset="-122"/>
              <a:ea typeface="微软雅黑" panose="020B0503020204020204" pitchFamily="34" charset="-122"/>
            </a:endParaRPr>
          </a:p>
          <a:p>
            <a:endParaRPr lang="en-US" altLang="zh-CN" sz="2400" dirty="0">
              <a:solidFill>
                <a:schemeClr val="accent1">
                  <a:lumMod val="50000"/>
                </a:schemeClr>
              </a:solidFill>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17232B75-CDDE-4420-9E45-29B9796DC0A4}"/>
              </a:ext>
            </a:extLst>
          </p:cNvPr>
          <p:cNvPicPr>
            <a:picLocks noChangeAspect="1"/>
          </p:cNvPicPr>
          <p:nvPr/>
        </p:nvPicPr>
        <p:blipFill>
          <a:blip r:embed="rId3"/>
          <a:stretch>
            <a:fillRect/>
          </a:stretch>
        </p:blipFill>
        <p:spPr>
          <a:xfrm>
            <a:off x="621172" y="3056330"/>
            <a:ext cx="4055164" cy="3252365"/>
          </a:xfrm>
          <a:prstGeom prst="rect">
            <a:avLst/>
          </a:prstGeom>
        </p:spPr>
      </p:pic>
      <p:pic>
        <p:nvPicPr>
          <p:cNvPr id="11" name="图片 10">
            <a:extLst>
              <a:ext uri="{FF2B5EF4-FFF2-40B4-BE49-F238E27FC236}">
                <a16:creationId xmlns:a16="http://schemas.microsoft.com/office/drawing/2014/main" id="{5B24A7E1-6C7E-4F83-B3CA-1151272BF924}"/>
              </a:ext>
            </a:extLst>
          </p:cNvPr>
          <p:cNvPicPr>
            <a:picLocks noChangeAspect="1"/>
          </p:cNvPicPr>
          <p:nvPr/>
        </p:nvPicPr>
        <p:blipFill>
          <a:blip r:embed="rId4"/>
          <a:stretch>
            <a:fillRect/>
          </a:stretch>
        </p:blipFill>
        <p:spPr>
          <a:xfrm>
            <a:off x="6705566" y="1273938"/>
            <a:ext cx="4055164" cy="3234558"/>
          </a:xfrm>
          <a:prstGeom prst="rect">
            <a:avLst/>
          </a:prstGeom>
        </p:spPr>
      </p:pic>
      <p:sp>
        <p:nvSpPr>
          <p:cNvPr id="12" name="矩形 11">
            <a:extLst>
              <a:ext uri="{FF2B5EF4-FFF2-40B4-BE49-F238E27FC236}">
                <a16:creationId xmlns:a16="http://schemas.microsoft.com/office/drawing/2014/main" id="{C3A416E3-E57E-444A-AC3E-5A4B03297697}"/>
              </a:ext>
            </a:extLst>
          </p:cNvPr>
          <p:cNvSpPr/>
          <p:nvPr/>
        </p:nvSpPr>
        <p:spPr>
          <a:xfrm>
            <a:off x="4959881" y="4993859"/>
            <a:ext cx="6096000" cy="1200329"/>
          </a:xfrm>
          <a:prstGeom prst="rect">
            <a:avLst/>
          </a:prstGeom>
        </p:spPr>
        <p:txBody>
          <a:bodyPr>
            <a:spAutoFit/>
          </a:bodyPr>
          <a:lstStyle/>
          <a:p>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减少样本间差异：在计算相对深度时用锚点区域代替整体区域，提高不同样本中待测区域的</a:t>
            </a:r>
            <a:r>
              <a:rPr lang="en-US" altLang="zh-CN" sz="2400" dirty="0">
                <a:solidFill>
                  <a:schemeClr val="accent1">
                    <a:lumMod val="50000"/>
                  </a:schemeClr>
                </a:solidFill>
                <a:latin typeface="微软雅黑" panose="020B0503020204020204" pitchFamily="34" charset="-122"/>
                <a:ea typeface="微软雅黑" panose="020B0503020204020204" pitchFamily="34" charset="-122"/>
              </a:rPr>
              <a:t>CNV</a:t>
            </a: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测量稳定性</a:t>
            </a:r>
            <a:endParaRPr lang="en-US" altLang="zh-CN" sz="2400"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13" name="箭头: 右 12">
            <a:extLst>
              <a:ext uri="{FF2B5EF4-FFF2-40B4-BE49-F238E27FC236}">
                <a16:creationId xmlns:a16="http://schemas.microsoft.com/office/drawing/2014/main" id="{B2A198A3-8B81-4450-9FF7-2815D0DEB424}"/>
              </a:ext>
            </a:extLst>
          </p:cNvPr>
          <p:cNvSpPr/>
          <p:nvPr/>
        </p:nvSpPr>
        <p:spPr>
          <a:xfrm>
            <a:off x="4815870" y="3329724"/>
            <a:ext cx="1889696" cy="986002"/>
          </a:xfrm>
          <a:prstGeom prst="rightArrow">
            <a:avLst>
              <a:gd name="adj1" fmla="val 50000"/>
              <a:gd name="adj2" fmla="val 149458"/>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endParaRPr>
          </a:p>
        </p:txBody>
      </p:sp>
    </p:spTree>
    <p:extLst>
      <p:ext uri="{BB962C8B-B14F-4D97-AF65-F5344CB8AC3E}">
        <p14:creationId xmlns:p14="http://schemas.microsoft.com/office/powerpoint/2010/main" val="497644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15519" y="235631"/>
            <a:ext cx="8288724" cy="830997"/>
          </a:xfrm>
          <a:prstGeom prst="rect">
            <a:avLst/>
          </a:prstGeom>
          <a:noFill/>
        </p:spPr>
        <p:txBody>
          <a:bodyPr wrap="square" rtlCol="0">
            <a:spAutoFit/>
          </a:bodyPr>
          <a:lstStyle/>
          <a:p>
            <a:r>
              <a:rPr lang="en-US" altLang="zh-CN" sz="2400" b="1" dirty="0">
                <a:solidFill>
                  <a:schemeClr val="accent1">
                    <a:lumMod val="75000"/>
                  </a:schemeClr>
                </a:solidFill>
                <a:latin typeface="+mj-ea"/>
                <a:ea typeface="+mj-ea"/>
              </a:rPr>
              <a:t>Segmentation for capturing minimal differences in probe efficiency</a:t>
            </a:r>
            <a:endParaRPr lang="zh-CN" altLang="en-US" sz="2400" b="1" dirty="0">
              <a:solidFill>
                <a:schemeClr val="accent1">
                  <a:lumMod val="75000"/>
                </a:schemeClr>
              </a:solidFill>
              <a:latin typeface="+mj-ea"/>
              <a:ea typeface="+mj-ea"/>
            </a:endParaRPr>
          </a:p>
        </p:txBody>
      </p:sp>
      <p:sp>
        <p:nvSpPr>
          <p:cNvPr id="5" name="矩形 4">
            <a:extLst>
              <a:ext uri="{FF2B5EF4-FFF2-40B4-BE49-F238E27FC236}">
                <a16:creationId xmlns:a16="http://schemas.microsoft.com/office/drawing/2014/main" id="{6D07553D-146F-4BE6-9C87-D74B7FE1EB82}"/>
              </a:ext>
            </a:extLst>
          </p:cNvPr>
          <p:cNvSpPr/>
          <p:nvPr/>
        </p:nvSpPr>
        <p:spPr>
          <a:xfrm>
            <a:off x="967409" y="1232151"/>
            <a:ext cx="9475304" cy="830997"/>
          </a:xfrm>
          <a:prstGeom prst="rect">
            <a:avLst/>
          </a:prstGeom>
        </p:spPr>
        <p:txBody>
          <a:bodyPr wrap="square">
            <a:spAutoFit/>
          </a:bodyPr>
          <a:lstStyle/>
          <a:p>
            <a:pPr indent="-285750">
              <a:buFont typeface="Arial" panose="020B0604020202020204" pitchFamily="34" charset="0"/>
              <a:buChar char="•"/>
            </a:pPr>
            <a:r>
              <a:rPr lang="en-US" sz="2400" dirty="0" err="1">
                <a:solidFill>
                  <a:schemeClr val="accent1">
                    <a:lumMod val="50000"/>
                  </a:schemeClr>
                </a:solidFill>
                <a:latin typeface="微软雅黑" panose="020B0503020204020204" pitchFamily="34" charset="-122"/>
                <a:ea typeface="微软雅黑" panose="020B0503020204020204" pitchFamily="34" charset="-122"/>
              </a:rPr>
              <a:t>有效捕捉样本中不同探针区域间的</a:t>
            </a: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捕获</a:t>
            </a:r>
            <a:r>
              <a:rPr lang="en-US" sz="2400" dirty="0" err="1">
                <a:solidFill>
                  <a:schemeClr val="accent1">
                    <a:lumMod val="50000"/>
                  </a:schemeClr>
                </a:solidFill>
                <a:latin typeface="微软雅黑" panose="020B0503020204020204" pitchFamily="34" charset="-122"/>
                <a:ea typeface="微软雅黑" panose="020B0503020204020204" pitchFamily="34" charset="-122"/>
              </a:rPr>
              <a:t>差异</a:t>
            </a:r>
            <a:endParaRPr lang="en-US" sz="2400" dirty="0">
              <a:solidFill>
                <a:schemeClr val="accent1">
                  <a:lumMod val="50000"/>
                </a:schemeClr>
              </a:solidFill>
              <a:latin typeface="微软雅黑" panose="020B0503020204020204" pitchFamily="34" charset="-122"/>
              <a:ea typeface="微软雅黑" panose="020B0503020204020204" pitchFamily="34" charset="-122"/>
            </a:endParaRPr>
          </a:p>
          <a:p>
            <a:pPr indent="-285750">
              <a:buFont typeface="Arial" panose="020B0604020202020204" pitchFamily="34" charset="0"/>
              <a:buChar char="•"/>
            </a:pP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允许用户自定义</a:t>
            </a:r>
            <a:r>
              <a:rPr lang="en-US" sz="2400" dirty="0" err="1">
                <a:solidFill>
                  <a:schemeClr val="accent1">
                    <a:lumMod val="50000"/>
                  </a:schemeClr>
                </a:solidFill>
                <a:latin typeface="微软雅黑" panose="020B0503020204020204" pitchFamily="34" charset="-122"/>
                <a:ea typeface="微软雅黑" panose="020B0503020204020204" pitchFamily="34" charset="-122"/>
              </a:rPr>
              <a:t>bed文件进行后续操作</a:t>
            </a:r>
            <a:endParaRPr lang="en-US" sz="2400" dirty="0">
              <a:solidFill>
                <a:schemeClr val="accent1">
                  <a:lumMod val="50000"/>
                </a:schemeClr>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21A8AC26-9513-44F0-BD69-216BD70F8607}"/>
              </a:ext>
            </a:extLst>
          </p:cNvPr>
          <p:cNvPicPr/>
          <p:nvPr/>
        </p:nvPicPr>
        <p:blipFill>
          <a:blip r:embed="rId3"/>
          <a:stretch>
            <a:fillRect/>
          </a:stretch>
        </p:blipFill>
        <p:spPr>
          <a:xfrm>
            <a:off x="454142" y="2228670"/>
            <a:ext cx="11194519" cy="4629329"/>
          </a:xfrm>
          <a:prstGeom prst="rect">
            <a:avLst/>
          </a:prstGeom>
        </p:spPr>
      </p:pic>
    </p:spTree>
    <p:extLst>
      <p:ext uri="{BB962C8B-B14F-4D97-AF65-F5344CB8AC3E}">
        <p14:creationId xmlns:p14="http://schemas.microsoft.com/office/powerpoint/2010/main" val="4132741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A7014BB-956E-4714-86FD-E19BC2E10186}"/>
              </a:ext>
            </a:extLst>
          </p:cNvPr>
          <p:cNvPicPr/>
          <p:nvPr/>
        </p:nvPicPr>
        <p:blipFill>
          <a:blip r:embed="rId2"/>
          <a:stretch>
            <a:fillRect/>
          </a:stretch>
        </p:blipFill>
        <p:spPr>
          <a:xfrm>
            <a:off x="4625008" y="3070304"/>
            <a:ext cx="7566991" cy="3552065"/>
          </a:xfrm>
          <a:prstGeom prst="rect">
            <a:avLst/>
          </a:prstGeom>
        </p:spPr>
      </p:pic>
      <p:sp>
        <p:nvSpPr>
          <p:cNvPr id="11" name="文本框 10">
            <a:extLst>
              <a:ext uri="{FF2B5EF4-FFF2-40B4-BE49-F238E27FC236}">
                <a16:creationId xmlns:a16="http://schemas.microsoft.com/office/drawing/2014/main" id="{3A72A037-A158-44F9-B30E-C7279F652059}"/>
              </a:ext>
            </a:extLst>
          </p:cNvPr>
          <p:cNvSpPr txBox="1"/>
          <p:nvPr/>
        </p:nvSpPr>
        <p:spPr>
          <a:xfrm>
            <a:off x="815519" y="235631"/>
            <a:ext cx="8580272" cy="830997"/>
          </a:xfrm>
          <a:prstGeom prst="rect">
            <a:avLst/>
          </a:prstGeom>
          <a:noFill/>
        </p:spPr>
        <p:txBody>
          <a:bodyPr wrap="square" rtlCol="0">
            <a:spAutoFit/>
          </a:bodyPr>
          <a:lstStyle/>
          <a:p>
            <a:r>
              <a:rPr lang="en-US" altLang="zh-CN" sz="2400" b="1" dirty="0">
                <a:solidFill>
                  <a:schemeClr val="accent1">
                    <a:lumMod val="75000"/>
                  </a:schemeClr>
                </a:solidFill>
                <a:latin typeface="+mj-ea"/>
                <a:ea typeface="+mj-ea"/>
              </a:rPr>
              <a:t>Controlling Cross-subject Variance with Anchor Recalibration</a:t>
            </a:r>
            <a:endParaRPr lang="zh-CN" altLang="en-US" sz="2400" b="1" dirty="0">
              <a:solidFill>
                <a:schemeClr val="accent1">
                  <a:lumMod val="75000"/>
                </a:schemeClr>
              </a:solidFill>
              <a:latin typeface="+mj-ea"/>
              <a:ea typeface="+mj-ea"/>
            </a:endParaRPr>
          </a:p>
        </p:txBody>
      </p:sp>
      <p:pic>
        <p:nvPicPr>
          <p:cNvPr id="4" name="图片 3">
            <a:extLst>
              <a:ext uri="{FF2B5EF4-FFF2-40B4-BE49-F238E27FC236}">
                <a16:creationId xmlns:a16="http://schemas.microsoft.com/office/drawing/2014/main" id="{0B0A480D-5940-4122-9BDC-2191BC1CFCDE}"/>
              </a:ext>
            </a:extLst>
          </p:cNvPr>
          <p:cNvPicPr/>
          <p:nvPr/>
        </p:nvPicPr>
        <p:blipFill>
          <a:blip r:embed="rId3"/>
          <a:stretch>
            <a:fillRect/>
          </a:stretch>
        </p:blipFill>
        <p:spPr>
          <a:xfrm>
            <a:off x="4568430" y="636452"/>
            <a:ext cx="7566991" cy="3405161"/>
          </a:xfrm>
          <a:prstGeom prst="rect">
            <a:avLst/>
          </a:prstGeom>
        </p:spPr>
      </p:pic>
      <p:sp>
        <p:nvSpPr>
          <p:cNvPr id="13" name="矩形 12">
            <a:extLst>
              <a:ext uri="{FF2B5EF4-FFF2-40B4-BE49-F238E27FC236}">
                <a16:creationId xmlns:a16="http://schemas.microsoft.com/office/drawing/2014/main" id="{1B6A7C2C-F0F8-419D-9B12-E22B04E8092D}"/>
              </a:ext>
            </a:extLst>
          </p:cNvPr>
          <p:cNvSpPr/>
          <p:nvPr/>
        </p:nvSpPr>
        <p:spPr>
          <a:xfrm rot="5400000">
            <a:off x="7977297" y="237768"/>
            <a:ext cx="669745" cy="73743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矩形 6">
            <a:extLst>
              <a:ext uri="{FF2B5EF4-FFF2-40B4-BE49-F238E27FC236}">
                <a16:creationId xmlns:a16="http://schemas.microsoft.com/office/drawing/2014/main" id="{BA182073-26E5-4151-B7F7-8D905E12298D}"/>
              </a:ext>
            </a:extLst>
          </p:cNvPr>
          <p:cNvSpPr/>
          <p:nvPr/>
        </p:nvSpPr>
        <p:spPr>
          <a:xfrm>
            <a:off x="4568429" y="782150"/>
            <a:ext cx="437322" cy="62099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矩形 14">
            <a:extLst>
              <a:ext uri="{FF2B5EF4-FFF2-40B4-BE49-F238E27FC236}">
                <a16:creationId xmlns:a16="http://schemas.microsoft.com/office/drawing/2014/main" id="{489DCBFF-8EE3-46CB-8294-41D22F73B58D}"/>
              </a:ext>
            </a:extLst>
          </p:cNvPr>
          <p:cNvSpPr/>
          <p:nvPr/>
        </p:nvSpPr>
        <p:spPr>
          <a:xfrm rot="5400000">
            <a:off x="8073630" y="-2425818"/>
            <a:ext cx="669745" cy="70394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矩形 5">
            <a:extLst>
              <a:ext uri="{FF2B5EF4-FFF2-40B4-BE49-F238E27FC236}">
                <a16:creationId xmlns:a16="http://schemas.microsoft.com/office/drawing/2014/main" id="{7D73E877-88C1-4AC4-A897-D837FC1FF822}"/>
              </a:ext>
            </a:extLst>
          </p:cNvPr>
          <p:cNvSpPr/>
          <p:nvPr/>
        </p:nvSpPr>
        <p:spPr>
          <a:xfrm>
            <a:off x="192668" y="1849023"/>
            <a:ext cx="4446619" cy="3816429"/>
          </a:xfrm>
          <a:prstGeom prst="rect">
            <a:avLst/>
          </a:prstGeom>
        </p:spPr>
        <p:txBody>
          <a:bodyPr wrap="square">
            <a:spAutoFit/>
          </a:bodyPr>
          <a:lstStyle/>
          <a:p>
            <a:pPr indent="-285750">
              <a:buFont typeface="Arial" panose="020B0604020202020204" pitchFamily="34" charset="0"/>
              <a:buChar char="•"/>
            </a:pPr>
            <a:r>
              <a:rPr lang="en-US" sz="2200" dirty="0" err="1">
                <a:solidFill>
                  <a:schemeClr val="accent1">
                    <a:lumMod val="50000"/>
                  </a:schemeClr>
                </a:solidFill>
                <a:latin typeface="微软雅黑" panose="020B0503020204020204" pitchFamily="34" charset="-122"/>
                <a:ea typeface="微软雅黑" panose="020B0503020204020204" pitchFamily="34" charset="-122"/>
              </a:rPr>
              <a:t>某些探针覆盖度的变化与</a:t>
            </a:r>
            <a:r>
              <a:rPr lang="zh-CN" altLang="en-US" sz="2200" dirty="0">
                <a:solidFill>
                  <a:schemeClr val="accent1">
                    <a:lumMod val="50000"/>
                  </a:schemeClr>
                </a:solidFill>
                <a:latin typeface="微软雅黑" panose="020B0503020204020204" pitchFamily="34" charset="-122"/>
                <a:ea typeface="微软雅黑" panose="020B0503020204020204" pitchFamily="34" charset="-122"/>
              </a:rPr>
              <a:t>平均</a:t>
            </a:r>
            <a:r>
              <a:rPr lang="en-US" sz="2200" dirty="0" err="1">
                <a:solidFill>
                  <a:schemeClr val="accent1">
                    <a:lumMod val="50000"/>
                  </a:schemeClr>
                </a:solidFill>
                <a:latin typeface="微软雅黑" panose="020B0503020204020204" pitchFamily="34" charset="-122"/>
                <a:ea typeface="微软雅黑" panose="020B0503020204020204" pitchFamily="34" charset="-122"/>
              </a:rPr>
              <a:t>覆盖度的变化</a:t>
            </a:r>
            <a:r>
              <a:rPr lang="zh-CN" altLang="en-US" sz="2200" dirty="0">
                <a:solidFill>
                  <a:schemeClr val="accent1">
                    <a:lumMod val="50000"/>
                  </a:schemeClr>
                </a:solidFill>
                <a:latin typeface="微软雅黑" panose="020B0503020204020204" pitchFamily="34" charset="-122"/>
                <a:ea typeface="微软雅黑" panose="020B0503020204020204" pitchFamily="34" charset="-122"/>
              </a:rPr>
              <a:t>不</a:t>
            </a:r>
            <a:r>
              <a:rPr lang="en-US" sz="2200" dirty="0" err="1">
                <a:solidFill>
                  <a:schemeClr val="accent1">
                    <a:lumMod val="50000"/>
                  </a:schemeClr>
                </a:solidFill>
                <a:latin typeface="微软雅黑" panose="020B0503020204020204" pitchFamily="34" charset="-122"/>
                <a:ea typeface="微软雅黑" panose="020B0503020204020204" pitchFamily="34" charset="-122"/>
              </a:rPr>
              <a:t>呈线性关系</a:t>
            </a:r>
            <a:r>
              <a:rPr lang="zh-CN" altLang="en-US" sz="2200" dirty="0">
                <a:solidFill>
                  <a:schemeClr val="accent1">
                    <a:lumMod val="50000"/>
                  </a:schemeClr>
                </a:solidFill>
                <a:latin typeface="微软雅黑" panose="020B0503020204020204" pitchFamily="34" charset="-122"/>
                <a:ea typeface="微软雅黑" panose="020B0503020204020204" pitchFamily="34" charset="-122"/>
              </a:rPr>
              <a:t>，以平均深度作为单个探针覆盖度变化的参照物会引起系统性的误差</a:t>
            </a:r>
            <a:endParaRPr lang="en-US" altLang="zh-CN" sz="2200" dirty="0">
              <a:solidFill>
                <a:schemeClr val="accent1">
                  <a:lumMod val="50000"/>
                </a:schemeClr>
              </a:solidFill>
              <a:latin typeface="微软雅黑" panose="020B0503020204020204" pitchFamily="34" charset="-122"/>
              <a:ea typeface="微软雅黑" panose="020B0503020204020204" pitchFamily="34" charset="-122"/>
            </a:endParaRPr>
          </a:p>
          <a:p>
            <a:pPr indent="-285750">
              <a:buFont typeface="Arial" panose="020B0604020202020204" pitchFamily="34" charset="0"/>
              <a:buChar char="•"/>
            </a:pPr>
            <a:endParaRPr lang="en-US" sz="2200" dirty="0">
              <a:solidFill>
                <a:schemeClr val="accent1">
                  <a:lumMod val="50000"/>
                </a:schemeClr>
              </a:solidFill>
              <a:latin typeface="微软雅黑" panose="020B0503020204020204" pitchFamily="34" charset="-122"/>
              <a:ea typeface="微软雅黑" panose="020B0503020204020204" pitchFamily="34" charset="-122"/>
            </a:endParaRPr>
          </a:p>
          <a:p>
            <a:pPr indent="-285750">
              <a:buFont typeface="Arial" panose="020B0604020202020204" pitchFamily="34" charset="0"/>
              <a:buChar char="•"/>
            </a:pPr>
            <a:r>
              <a:rPr lang="zh-CN" altLang="en-US" sz="2200" dirty="0">
                <a:solidFill>
                  <a:schemeClr val="accent1">
                    <a:lumMod val="50000"/>
                  </a:schemeClr>
                </a:solidFill>
                <a:latin typeface="微软雅黑" panose="020B0503020204020204" pitchFamily="34" charset="-122"/>
                <a:ea typeface="微软雅黑" panose="020B0503020204020204" pitchFamily="34" charset="-122"/>
              </a:rPr>
              <a:t>自动寻找与待测探针片段</a:t>
            </a:r>
            <a:r>
              <a:rPr lang="en-US" altLang="zh-CN" sz="2200" dirty="0">
                <a:solidFill>
                  <a:schemeClr val="accent1">
                    <a:lumMod val="50000"/>
                  </a:schemeClr>
                </a:solidFill>
                <a:latin typeface="微软雅黑" panose="020B0503020204020204" pitchFamily="34" charset="-122"/>
                <a:ea typeface="微软雅黑" panose="020B0503020204020204" pitchFamily="34" charset="-122"/>
              </a:rPr>
              <a:t>CNV</a:t>
            </a:r>
            <a:r>
              <a:rPr lang="zh-CN" altLang="en-US" sz="2200" dirty="0">
                <a:solidFill>
                  <a:schemeClr val="accent1">
                    <a:lumMod val="50000"/>
                  </a:schemeClr>
                </a:solidFill>
                <a:latin typeface="微软雅黑" panose="020B0503020204020204" pitchFamily="34" charset="-122"/>
                <a:ea typeface="微软雅黑" panose="020B0503020204020204" pitchFamily="34" charset="-122"/>
              </a:rPr>
              <a:t>变化趋势最吻合的片段数量以最小化样本间差异</a:t>
            </a:r>
            <a:endParaRPr lang="en-US" altLang="zh-CN" sz="2200" dirty="0">
              <a:solidFill>
                <a:schemeClr val="accent1">
                  <a:lumMod val="50000"/>
                </a:schemeClr>
              </a:solidFill>
              <a:latin typeface="微软雅黑" panose="020B0503020204020204" pitchFamily="34" charset="-122"/>
              <a:ea typeface="微软雅黑" panose="020B0503020204020204" pitchFamily="34" charset="-122"/>
            </a:endParaRPr>
          </a:p>
          <a:p>
            <a:pPr indent="-285750">
              <a:buFont typeface="Arial" panose="020B0604020202020204" pitchFamily="34" charset="0"/>
              <a:buChar char="•"/>
            </a:pPr>
            <a:endParaRPr lang="en-US" altLang="zh-CN" sz="2200" dirty="0">
              <a:solidFill>
                <a:schemeClr val="accent1">
                  <a:lumMod val="50000"/>
                </a:schemeClr>
              </a:solidFill>
              <a:latin typeface="微软雅黑" panose="020B0503020204020204" pitchFamily="34" charset="-122"/>
              <a:ea typeface="微软雅黑" panose="020B0503020204020204" pitchFamily="34" charset="-122"/>
            </a:endParaRPr>
          </a:p>
          <a:p>
            <a:pPr indent="-285750">
              <a:buFont typeface="Arial" panose="020B0604020202020204" pitchFamily="34" charset="0"/>
              <a:buChar char="•"/>
            </a:pPr>
            <a:r>
              <a:rPr lang="zh-CN" altLang="en-US" sz="2200" dirty="0">
                <a:solidFill>
                  <a:schemeClr val="accent1">
                    <a:lumMod val="50000"/>
                  </a:schemeClr>
                </a:solidFill>
                <a:latin typeface="微软雅黑" panose="020B0503020204020204" pitchFamily="34" charset="-122"/>
                <a:ea typeface="微软雅黑" panose="020B0503020204020204" pitchFamily="34" charset="-122"/>
              </a:rPr>
              <a:t>锚点探针数量过少容易过拟合</a:t>
            </a:r>
            <a:endParaRPr lang="en-US" altLang="zh-CN" sz="2200" dirty="0">
              <a:solidFill>
                <a:schemeClr val="accent1">
                  <a:lumMod val="50000"/>
                </a:schemeClr>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sz="2200" dirty="0"/>
          </a:p>
        </p:txBody>
      </p:sp>
    </p:spTree>
    <p:extLst>
      <p:ext uri="{BB962C8B-B14F-4D97-AF65-F5344CB8AC3E}">
        <p14:creationId xmlns:p14="http://schemas.microsoft.com/office/powerpoint/2010/main" val="780088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C5418B97-37C6-D847-9BAC-95EB20DD4846}"/>
              </a:ext>
            </a:extLst>
          </p:cNvPr>
          <p:cNvPicPr>
            <a:picLocks noChangeAspect="1"/>
          </p:cNvPicPr>
          <p:nvPr/>
        </p:nvPicPr>
        <p:blipFill>
          <a:blip r:embed="rId2"/>
          <a:stretch>
            <a:fillRect/>
          </a:stretch>
        </p:blipFill>
        <p:spPr>
          <a:xfrm>
            <a:off x="3984417" y="2972129"/>
            <a:ext cx="1286536" cy="338562"/>
          </a:xfrm>
          <a:prstGeom prst="rect">
            <a:avLst/>
          </a:prstGeom>
        </p:spPr>
      </p:pic>
      <p:sp>
        <p:nvSpPr>
          <p:cNvPr id="7" name="文本框 6">
            <a:extLst>
              <a:ext uri="{FF2B5EF4-FFF2-40B4-BE49-F238E27FC236}">
                <a16:creationId xmlns:a16="http://schemas.microsoft.com/office/drawing/2014/main" id="{D4682289-646B-42EF-B1EF-15BA1B918A4C}"/>
              </a:ext>
            </a:extLst>
          </p:cNvPr>
          <p:cNvSpPr txBox="1"/>
          <p:nvPr/>
        </p:nvSpPr>
        <p:spPr>
          <a:xfrm>
            <a:off x="815519" y="235631"/>
            <a:ext cx="8288724" cy="830997"/>
          </a:xfrm>
          <a:prstGeom prst="rect">
            <a:avLst/>
          </a:prstGeom>
          <a:noFill/>
        </p:spPr>
        <p:txBody>
          <a:bodyPr wrap="square" rtlCol="0">
            <a:spAutoFit/>
          </a:bodyPr>
          <a:lstStyle/>
          <a:p>
            <a:r>
              <a:rPr lang="en-US" altLang="zh-CN" sz="2400" b="1" dirty="0">
                <a:solidFill>
                  <a:schemeClr val="accent1">
                    <a:lumMod val="75000"/>
                  </a:schemeClr>
                </a:solidFill>
                <a:latin typeface="+mj-ea"/>
                <a:ea typeface="+mj-ea"/>
              </a:rPr>
              <a:t>Cesar Performance Evaluation with Reference Standards  </a:t>
            </a:r>
            <a:endParaRPr lang="zh-CN" altLang="en-US" sz="2400" b="1" dirty="0">
              <a:solidFill>
                <a:schemeClr val="accent1">
                  <a:lumMod val="75000"/>
                </a:schemeClr>
              </a:solidFill>
              <a:latin typeface="+mj-ea"/>
              <a:ea typeface="+mj-ea"/>
            </a:endParaRPr>
          </a:p>
        </p:txBody>
      </p:sp>
      <p:pic>
        <p:nvPicPr>
          <p:cNvPr id="8" name="图片 7">
            <a:extLst>
              <a:ext uri="{FF2B5EF4-FFF2-40B4-BE49-F238E27FC236}">
                <a16:creationId xmlns:a16="http://schemas.microsoft.com/office/drawing/2014/main" id="{A9D81DC1-3641-422B-97E8-24124AEA7C06}"/>
              </a:ext>
            </a:extLst>
          </p:cNvPr>
          <p:cNvPicPr>
            <a:picLocks noChangeAspect="1"/>
          </p:cNvPicPr>
          <p:nvPr/>
        </p:nvPicPr>
        <p:blipFill>
          <a:blip r:embed="rId3"/>
          <a:stretch>
            <a:fillRect/>
          </a:stretch>
        </p:blipFill>
        <p:spPr>
          <a:xfrm>
            <a:off x="402145" y="702660"/>
            <a:ext cx="7164543" cy="6225450"/>
          </a:xfrm>
          <a:prstGeom prst="rect">
            <a:avLst/>
          </a:prstGeom>
        </p:spPr>
      </p:pic>
      <p:pic>
        <p:nvPicPr>
          <p:cNvPr id="5" name="图片 4">
            <a:extLst>
              <a:ext uri="{FF2B5EF4-FFF2-40B4-BE49-F238E27FC236}">
                <a16:creationId xmlns:a16="http://schemas.microsoft.com/office/drawing/2014/main" id="{EB87DD98-6D0A-444E-B513-B213C87F629D}"/>
              </a:ext>
            </a:extLst>
          </p:cNvPr>
          <p:cNvPicPr>
            <a:picLocks noChangeAspect="1"/>
          </p:cNvPicPr>
          <p:nvPr/>
        </p:nvPicPr>
        <p:blipFill>
          <a:blip r:embed="rId4"/>
          <a:stretch>
            <a:fillRect/>
          </a:stretch>
        </p:blipFill>
        <p:spPr>
          <a:xfrm>
            <a:off x="6538068" y="1296517"/>
            <a:ext cx="5132350" cy="1340666"/>
          </a:xfrm>
          <a:prstGeom prst="rect">
            <a:avLst/>
          </a:prstGeom>
        </p:spPr>
      </p:pic>
      <p:graphicFrame>
        <p:nvGraphicFramePr>
          <p:cNvPr id="11" name="表格 10">
            <a:extLst>
              <a:ext uri="{FF2B5EF4-FFF2-40B4-BE49-F238E27FC236}">
                <a16:creationId xmlns:a16="http://schemas.microsoft.com/office/drawing/2014/main" id="{F6D88B92-3C0D-4BE1-BE13-0EA30729E697}"/>
              </a:ext>
            </a:extLst>
          </p:cNvPr>
          <p:cNvGraphicFramePr>
            <a:graphicFrameLocks noGrp="1"/>
          </p:cNvGraphicFramePr>
          <p:nvPr>
            <p:extLst>
              <p:ext uri="{D42A27DB-BD31-4B8C-83A1-F6EECF244321}">
                <p14:modId xmlns:p14="http://schemas.microsoft.com/office/powerpoint/2010/main" val="2637376164"/>
              </p:ext>
            </p:extLst>
          </p:nvPr>
        </p:nvGraphicFramePr>
        <p:xfrm>
          <a:off x="6581750" y="4572000"/>
          <a:ext cx="5088668" cy="1583340"/>
        </p:xfrm>
        <a:graphic>
          <a:graphicData uri="http://schemas.openxmlformats.org/drawingml/2006/table">
            <a:tbl>
              <a:tblPr firstRow="1" bandRow="1">
                <a:tableStyleId>{5C22544A-7EE6-4342-B048-85BDC9FD1C3A}</a:tableStyleId>
              </a:tblPr>
              <a:tblGrid>
                <a:gridCol w="1272167">
                  <a:extLst>
                    <a:ext uri="{9D8B030D-6E8A-4147-A177-3AD203B41FA5}">
                      <a16:colId xmlns:a16="http://schemas.microsoft.com/office/drawing/2014/main" val="3838015691"/>
                    </a:ext>
                  </a:extLst>
                </a:gridCol>
                <a:gridCol w="1272167">
                  <a:extLst>
                    <a:ext uri="{9D8B030D-6E8A-4147-A177-3AD203B41FA5}">
                      <a16:colId xmlns:a16="http://schemas.microsoft.com/office/drawing/2014/main" val="1782310790"/>
                    </a:ext>
                  </a:extLst>
                </a:gridCol>
                <a:gridCol w="1272167">
                  <a:extLst>
                    <a:ext uri="{9D8B030D-6E8A-4147-A177-3AD203B41FA5}">
                      <a16:colId xmlns:a16="http://schemas.microsoft.com/office/drawing/2014/main" val="3317167920"/>
                    </a:ext>
                  </a:extLst>
                </a:gridCol>
                <a:gridCol w="1272167">
                  <a:extLst>
                    <a:ext uri="{9D8B030D-6E8A-4147-A177-3AD203B41FA5}">
                      <a16:colId xmlns:a16="http://schemas.microsoft.com/office/drawing/2014/main" val="2422010244"/>
                    </a:ext>
                  </a:extLst>
                </a:gridCol>
              </a:tblGrid>
              <a:tr h="527780">
                <a:tc>
                  <a:txBody>
                    <a:bodyPr/>
                    <a:lstStyle/>
                    <a:p>
                      <a:pPr algn="ctr"/>
                      <a:endParaRPr lang="en-US" dirty="0"/>
                    </a:p>
                  </a:txBody>
                  <a:tcPr anchor="ctr"/>
                </a:tc>
                <a:tc>
                  <a:txBody>
                    <a:bodyPr/>
                    <a:lstStyle/>
                    <a:p>
                      <a:pPr algn="ctr"/>
                      <a:r>
                        <a:rPr lang="en-US" dirty="0"/>
                        <a:t>ERBB2</a:t>
                      </a:r>
                    </a:p>
                  </a:txBody>
                  <a:tcPr anchor="ctr"/>
                </a:tc>
                <a:tc>
                  <a:txBody>
                    <a:bodyPr/>
                    <a:lstStyle/>
                    <a:p>
                      <a:pPr algn="ctr"/>
                      <a:r>
                        <a:rPr lang="en-US" altLang="zh-CN" dirty="0"/>
                        <a:t>MET</a:t>
                      </a:r>
                      <a:endParaRPr lang="en-US" dirty="0"/>
                    </a:p>
                  </a:txBody>
                  <a:tcPr anchor="ctr"/>
                </a:tc>
                <a:tc>
                  <a:txBody>
                    <a:bodyPr/>
                    <a:lstStyle/>
                    <a:p>
                      <a:pPr algn="ctr"/>
                      <a:r>
                        <a:rPr lang="en-US" altLang="zh-CN" dirty="0"/>
                        <a:t>EGFR</a:t>
                      </a:r>
                      <a:endParaRPr lang="en-US" dirty="0"/>
                    </a:p>
                  </a:txBody>
                  <a:tcPr anchor="ctr"/>
                </a:tc>
                <a:extLst>
                  <a:ext uri="{0D108BD9-81ED-4DB2-BD59-A6C34878D82A}">
                    <a16:rowId xmlns:a16="http://schemas.microsoft.com/office/drawing/2014/main" val="1381876007"/>
                  </a:ext>
                </a:extLst>
              </a:tr>
              <a:tr h="527780">
                <a:tc>
                  <a:txBody>
                    <a:bodyPr/>
                    <a:lstStyle/>
                    <a:p>
                      <a:pPr algn="ctr"/>
                      <a:r>
                        <a:rPr lang="zh-CN" altLang="en-US" dirty="0"/>
                        <a:t>灵敏度</a:t>
                      </a:r>
                      <a:endParaRPr lang="en-US" dirty="0"/>
                    </a:p>
                  </a:txBody>
                  <a:tcPr anchor="ctr"/>
                </a:tc>
                <a:tc>
                  <a:txBody>
                    <a:bodyPr/>
                    <a:lstStyle/>
                    <a:p>
                      <a:pPr algn="ctr"/>
                      <a:r>
                        <a:rPr lang="en-US" altLang="zh-CN" dirty="0"/>
                        <a:t>100%</a:t>
                      </a:r>
                      <a:endParaRPr lang="en-US" dirty="0"/>
                    </a:p>
                  </a:txBody>
                  <a:tcPr anchor="ctr"/>
                </a:tc>
                <a:tc>
                  <a:txBody>
                    <a:bodyPr/>
                    <a:lstStyle/>
                    <a:p>
                      <a:pPr algn="ctr"/>
                      <a:r>
                        <a:rPr lang="en-US" altLang="zh-CN" dirty="0"/>
                        <a:t>100%</a:t>
                      </a:r>
                      <a:endParaRPr lang="en-US" dirty="0"/>
                    </a:p>
                  </a:txBody>
                  <a:tcPr anchor="ctr"/>
                </a:tc>
                <a:tc>
                  <a:txBody>
                    <a:bodyPr/>
                    <a:lstStyle/>
                    <a:p>
                      <a:pPr algn="ctr"/>
                      <a:r>
                        <a:rPr lang="en-US" altLang="zh-CN" dirty="0"/>
                        <a:t>NA</a:t>
                      </a:r>
                      <a:endParaRPr lang="en-US" dirty="0"/>
                    </a:p>
                  </a:txBody>
                  <a:tcPr anchor="ctr"/>
                </a:tc>
                <a:extLst>
                  <a:ext uri="{0D108BD9-81ED-4DB2-BD59-A6C34878D82A}">
                    <a16:rowId xmlns:a16="http://schemas.microsoft.com/office/drawing/2014/main" val="4108607316"/>
                  </a:ext>
                </a:extLst>
              </a:tr>
              <a:tr h="527780">
                <a:tc>
                  <a:txBody>
                    <a:bodyPr/>
                    <a:lstStyle/>
                    <a:p>
                      <a:pPr algn="ctr"/>
                      <a:r>
                        <a:rPr lang="zh-CN" altLang="en-US" dirty="0"/>
                        <a:t>特异性</a:t>
                      </a:r>
                      <a:endParaRPr lang="en-US" dirty="0"/>
                    </a:p>
                  </a:txBody>
                  <a:tcPr anchor="ctr"/>
                </a:tc>
                <a:tc>
                  <a:txBody>
                    <a:bodyPr/>
                    <a:lstStyle/>
                    <a:p>
                      <a:pPr algn="ctr"/>
                      <a:r>
                        <a:rPr lang="en-US" dirty="0"/>
                        <a:t>100%</a:t>
                      </a:r>
                    </a:p>
                  </a:txBody>
                  <a:tcPr anchor="ctr"/>
                </a:tc>
                <a:tc>
                  <a:txBody>
                    <a:bodyPr/>
                    <a:lstStyle/>
                    <a:p>
                      <a:pPr algn="ctr"/>
                      <a:r>
                        <a:rPr lang="en-US" dirty="0"/>
                        <a:t>100%</a:t>
                      </a:r>
                    </a:p>
                  </a:txBody>
                  <a:tcPr anchor="ctr"/>
                </a:tc>
                <a:tc>
                  <a:txBody>
                    <a:bodyPr/>
                    <a:lstStyle/>
                    <a:p>
                      <a:pPr algn="ctr"/>
                      <a:r>
                        <a:rPr lang="en-US" altLang="zh-CN" dirty="0"/>
                        <a:t>95.5%</a:t>
                      </a:r>
                      <a:endParaRPr lang="en-US" dirty="0"/>
                    </a:p>
                  </a:txBody>
                  <a:tcPr anchor="ctr"/>
                </a:tc>
                <a:extLst>
                  <a:ext uri="{0D108BD9-81ED-4DB2-BD59-A6C34878D82A}">
                    <a16:rowId xmlns:a16="http://schemas.microsoft.com/office/drawing/2014/main" val="3504654350"/>
                  </a:ext>
                </a:extLst>
              </a:tr>
            </a:tbl>
          </a:graphicData>
        </a:graphic>
      </p:graphicFrame>
    </p:spTree>
    <p:extLst>
      <p:ext uri="{BB962C8B-B14F-4D97-AF65-F5344CB8AC3E}">
        <p14:creationId xmlns:p14="http://schemas.microsoft.com/office/powerpoint/2010/main" val="3898339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E7FE6191-D0F9-034C-84E0-6A95D5B34DCD}"/>
              </a:ext>
            </a:extLst>
          </p:cNvPr>
          <p:cNvPicPr>
            <a:picLocks noChangeAspect="1"/>
          </p:cNvPicPr>
          <p:nvPr/>
        </p:nvPicPr>
        <p:blipFill>
          <a:blip r:embed="rId2"/>
          <a:stretch>
            <a:fillRect/>
          </a:stretch>
        </p:blipFill>
        <p:spPr>
          <a:xfrm>
            <a:off x="3408531" y="1365408"/>
            <a:ext cx="2810066" cy="1700171"/>
          </a:xfrm>
          <a:prstGeom prst="rect">
            <a:avLst/>
          </a:prstGeom>
        </p:spPr>
      </p:pic>
      <p:pic>
        <p:nvPicPr>
          <p:cNvPr id="15" name="图片 14">
            <a:extLst>
              <a:ext uri="{FF2B5EF4-FFF2-40B4-BE49-F238E27FC236}">
                <a16:creationId xmlns:a16="http://schemas.microsoft.com/office/drawing/2014/main" id="{C5418B97-37C6-D847-9BAC-95EB20DD4846}"/>
              </a:ext>
            </a:extLst>
          </p:cNvPr>
          <p:cNvPicPr>
            <a:picLocks noChangeAspect="1"/>
          </p:cNvPicPr>
          <p:nvPr/>
        </p:nvPicPr>
        <p:blipFill>
          <a:blip r:embed="rId3"/>
          <a:stretch>
            <a:fillRect/>
          </a:stretch>
        </p:blipFill>
        <p:spPr>
          <a:xfrm>
            <a:off x="3984417" y="2972129"/>
            <a:ext cx="1286536" cy="338562"/>
          </a:xfrm>
          <a:prstGeom prst="rect">
            <a:avLst/>
          </a:prstGeom>
        </p:spPr>
      </p:pic>
      <p:sp>
        <p:nvSpPr>
          <p:cNvPr id="3" name="文本框 2">
            <a:extLst>
              <a:ext uri="{FF2B5EF4-FFF2-40B4-BE49-F238E27FC236}">
                <a16:creationId xmlns:a16="http://schemas.microsoft.com/office/drawing/2014/main" id="{983D3A1D-F62B-4181-BEB5-7952DDB69B5B}"/>
              </a:ext>
            </a:extLst>
          </p:cNvPr>
          <p:cNvSpPr txBox="1"/>
          <p:nvPr/>
        </p:nvSpPr>
        <p:spPr>
          <a:xfrm>
            <a:off x="688382" y="1766291"/>
            <a:ext cx="4582571" cy="2677656"/>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用组间差异的稳定性来定义单个探针的权重</a:t>
            </a:r>
            <a:endParaRPr lang="en-US" altLang="zh-CN" sz="2400"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增加标准品检测</a:t>
            </a:r>
            <a:r>
              <a:rPr lang="en-US" altLang="zh-CN" sz="2400" dirty="0">
                <a:solidFill>
                  <a:schemeClr val="accent1">
                    <a:lumMod val="50000"/>
                  </a:schemeClr>
                </a:solidFill>
                <a:latin typeface="微软雅黑" panose="020B0503020204020204" pitchFamily="34" charset="-122"/>
                <a:ea typeface="微软雅黑" panose="020B0503020204020204" pitchFamily="34" charset="-122"/>
              </a:rPr>
              <a:t>EGFR</a:t>
            </a: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灵敏度</a:t>
            </a:r>
            <a:endParaRPr lang="en-US" altLang="zh-CN" sz="2400"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增加基因区域内</a:t>
            </a:r>
            <a:r>
              <a:rPr lang="en-US" altLang="zh-CN" sz="2400" dirty="0">
                <a:solidFill>
                  <a:schemeClr val="accent1">
                    <a:lumMod val="50000"/>
                  </a:schemeClr>
                </a:solidFill>
                <a:latin typeface="微软雅黑" panose="020B0503020204020204" pitchFamily="34" charset="-122"/>
                <a:ea typeface="微软雅黑" panose="020B0503020204020204" pitchFamily="34" charset="-122"/>
              </a:rPr>
              <a:t>SNP</a:t>
            </a:r>
            <a:r>
              <a:rPr lang="zh-CN" altLang="en-US" sz="2400" dirty="0">
                <a:solidFill>
                  <a:schemeClr val="accent1">
                    <a:lumMod val="50000"/>
                  </a:schemeClr>
                </a:solidFill>
                <a:latin typeface="微软雅黑" panose="020B0503020204020204" pitchFamily="34" charset="-122"/>
                <a:ea typeface="微软雅黑" panose="020B0503020204020204" pitchFamily="34" charset="-122"/>
              </a:rPr>
              <a:t>的捕获探针</a:t>
            </a:r>
            <a:endParaRPr lang="en-US" altLang="zh-CN" sz="2400"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en-US" sz="2400"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en-US" sz="2400"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54008B25-0D81-4F93-BBB9-A57DC690BEDC}"/>
              </a:ext>
            </a:extLst>
          </p:cNvPr>
          <p:cNvSpPr txBox="1"/>
          <p:nvPr/>
        </p:nvSpPr>
        <p:spPr>
          <a:xfrm>
            <a:off x="815519" y="235631"/>
            <a:ext cx="8288724" cy="461665"/>
          </a:xfrm>
          <a:prstGeom prst="rect">
            <a:avLst/>
          </a:prstGeom>
          <a:noFill/>
        </p:spPr>
        <p:txBody>
          <a:bodyPr wrap="square" rtlCol="0">
            <a:spAutoFit/>
          </a:bodyPr>
          <a:lstStyle/>
          <a:p>
            <a:r>
              <a:rPr lang="en-US" altLang="zh-CN" sz="2400" b="1" dirty="0">
                <a:solidFill>
                  <a:schemeClr val="accent1">
                    <a:lumMod val="75000"/>
                  </a:schemeClr>
                </a:solidFill>
                <a:latin typeface="+mj-ea"/>
                <a:ea typeface="+mj-ea"/>
              </a:rPr>
              <a:t>Further development</a:t>
            </a:r>
            <a:endParaRPr lang="zh-CN" altLang="en-US" sz="2400" b="1" dirty="0">
              <a:solidFill>
                <a:schemeClr val="accent1">
                  <a:lumMod val="75000"/>
                </a:schemeClr>
              </a:solidFill>
              <a:latin typeface="+mj-ea"/>
              <a:ea typeface="+mj-ea"/>
            </a:endParaRPr>
          </a:p>
        </p:txBody>
      </p:sp>
      <p:pic>
        <p:nvPicPr>
          <p:cNvPr id="5" name="图片 4">
            <a:extLst>
              <a:ext uri="{FF2B5EF4-FFF2-40B4-BE49-F238E27FC236}">
                <a16:creationId xmlns:a16="http://schemas.microsoft.com/office/drawing/2014/main" id="{ED309E48-58F4-49F5-8BFB-6090CF6EE85C}"/>
              </a:ext>
            </a:extLst>
          </p:cNvPr>
          <p:cNvPicPr>
            <a:picLocks noChangeAspect="1"/>
          </p:cNvPicPr>
          <p:nvPr/>
        </p:nvPicPr>
        <p:blipFill>
          <a:blip r:embed="rId4"/>
          <a:stretch>
            <a:fillRect/>
          </a:stretch>
        </p:blipFill>
        <p:spPr>
          <a:xfrm>
            <a:off x="5797276" y="534094"/>
            <a:ext cx="6027116" cy="6323906"/>
          </a:xfrm>
          <a:prstGeom prst="rect">
            <a:avLst/>
          </a:prstGeom>
        </p:spPr>
      </p:pic>
      <p:sp>
        <p:nvSpPr>
          <p:cNvPr id="9" name="矩形 8">
            <a:extLst>
              <a:ext uri="{FF2B5EF4-FFF2-40B4-BE49-F238E27FC236}">
                <a16:creationId xmlns:a16="http://schemas.microsoft.com/office/drawing/2014/main" id="{21DD9643-CA10-41C1-863D-95F25A920795}"/>
              </a:ext>
            </a:extLst>
          </p:cNvPr>
          <p:cNvSpPr/>
          <p:nvPr/>
        </p:nvSpPr>
        <p:spPr>
          <a:xfrm>
            <a:off x="10561983" y="1766291"/>
            <a:ext cx="1630017" cy="19430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1786010"/>
      </p:ext>
    </p:extLst>
  </p:cSld>
  <p:clrMapOvr>
    <a:masterClrMapping/>
  </p:clrMapOvr>
</p:sld>
</file>

<file path=ppt/theme/theme1.xml><?xml version="1.0" encoding="utf-8"?>
<a:theme xmlns:a="http://schemas.openxmlformats.org/drawingml/2006/main" name="1_Office 主题​​">
  <a:themeElements>
    <a:clrScheme name="蓝色​​">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22975</TotalTime>
  <Words>294</Words>
  <Application>Microsoft Office PowerPoint</Application>
  <PresentationFormat>宽屏</PresentationFormat>
  <Paragraphs>48</Paragraphs>
  <Slides>7</Slides>
  <Notes>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7</vt:i4>
      </vt:variant>
    </vt:vector>
  </HeadingPairs>
  <TitlesOfParts>
    <vt:vector size="13" baseType="lpstr">
      <vt:lpstr>Microsoft YaHei</vt:lpstr>
      <vt:lpstr>Microsoft YaHei</vt:lpstr>
      <vt:lpstr>Arial</vt:lpstr>
      <vt:lpstr>Arial Black</vt:lpstr>
      <vt:lpstr>Calibri</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 Jing</dc:creator>
  <cp:lastModifiedBy>倪帅(Shuai Ni)</cp:lastModifiedBy>
  <cp:revision>1123</cp:revision>
  <dcterms:created xsi:type="dcterms:W3CDTF">2018-06-23T08:11:30Z</dcterms:created>
  <dcterms:modified xsi:type="dcterms:W3CDTF">2019-07-23T02:41:57Z</dcterms:modified>
</cp:coreProperties>
</file>